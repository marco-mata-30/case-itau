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1" r:id="rId2"/>
    <p:sldId id="272" r:id="rId3"/>
    <p:sldId id="257" r:id="rId4"/>
    <p:sldId id="270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8" r:id="rId13"/>
    <p:sldId id="269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resentação" id="{08F8599D-EFBB-4054-AC85-E450C53BED1E}">
          <p14:sldIdLst>
            <p14:sldId id="271"/>
            <p14:sldId id="272"/>
            <p14:sldId id="257"/>
          </p14:sldIdLst>
        </p14:section>
        <p14:section name="Análises" id="{A6158F61-7103-4731-925A-38BABB1DBB0D}">
          <p14:sldIdLst>
            <p14:sldId id="270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Machine Learning" id="{8B8271E4-AC59-4DBA-B5B2-594EEA35AB09}">
          <p14:sldIdLst>
            <p14:sldId id="264"/>
          </p14:sldIdLst>
        </p14:section>
        <p14:section name="Conclusão" id="{CBA74F0A-7EAB-4868-B14A-E07CA0FA176B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921"/>
    <a:srgbClr val="0000FF"/>
    <a:srgbClr val="FF6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8232F7-2F00-490E-A02F-BA5AD079DA44}" v="60" dt="2025-10-07T10:09:12.9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Antonio Silva da Mata" userId="6cf6f677f457a952" providerId="LiveId" clId="{C979EA11-90D9-436B-AA7B-14ADA208148B}"/>
    <pc:docChg chg="undo custSel addSld delSld modSld modSection">
      <pc:chgData name="Marco Antonio Silva da Mata" userId="6cf6f677f457a952" providerId="LiveId" clId="{C979EA11-90D9-436B-AA7B-14ADA208148B}" dt="2025-10-07T10:27:01.784" v="1550" actId="1038"/>
      <pc:docMkLst>
        <pc:docMk/>
      </pc:docMkLst>
      <pc:sldChg chg="addSp modSp mod modTransition">
        <pc:chgData name="Marco Antonio Silva da Mata" userId="6cf6f677f457a952" providerId="LiveId" clId="{C979EA11-90D9-436B-AA7B-14ADA208148B}" dt="2025-10-07T10:06:39.055" v="1527" actId="20577"/>
        <pc:sldMkLst>
          <pc:docMk/>
          <pc:sldMk cId="3761595789" sldId="257"/>
        </pc:sldMkLst>
        <pc:spChg chg="add mod">
          <ac:chgData name="Marco Antonio Silva da Mata" userId="6cf6f677f457a952" providerId="LiveId" clId="{C979EA11-90D9-436B-AA7B-14ADA208148B}" dt="2025-10-07T09:51:10.047" v="677"/>
          <ac:spMkLst>
            <pc:docMk/>
            <pc:sldMk cId="3761595789" sldId="257"/>
            <ac:spMk id="3" creationId="{EB89A6A2-C6F5-211C-4C19-EBA90D6C117F}"/>
          </ac:spMkLst>
        </pc:spChg>
        <pc:spChg chg="add mod">
          <ac:chgData name="Marco Antonio Silva da Mata" userId="6cf6f677f457a952" providerId="LiveId" clId="{C979EA11-90D9-436B-AA7B-14ADA208148B}" dt="2025-10-07T09:51:10.047" v="677"/>
          <ac:spMkLst>
            <pc:docMk/>
            <pc:sldMk cId="3761595789" sldId="257"/>
            <ac:spMk id="4" creationId="{EBC88871-29DF-31AD-73F8-F8B317088B9F}"/>
          </ac:spMkLst>
        </pc:spChg>
        <pc:spChg chg="add mod">
          <ac:chgData name="Marco Antonio Silva da Mata" userId="6cf6f677f457a952" providerId="LiveId" clId="{C979EA11-90D9-436B-AA7B-14ADA208148B}" dt="2025-10-07T10:06:39.055" v="1527" actId="20577"/>
          <ac:spMkLst>
            <pc:docMk/>
            <pc:sldMk cId="3761595789" sldId="257"/>
            <ac:spMk id="5" creationId="{96FCFF5D-7EA0-391D-E22F-653DFD9B629C}"/>
          </ac:spMkLst>
        </pc:spChg>
        <pc:spChg chg="add mod">
          <ac:chgData name="Marco Antonio Silva da Mata" userId="6cf6f677f457a952" providerId="LiveId" clId="{C979EA11-90D9-436B-AA7B-14ADA208148B}" dt="2025-10-07T10:02:36.679" v="1514" actId="20577"/>
          <ac:spMkLst>
            <pc:docMk/>
            <pc:sldMk cId="3761595789" sldId="257"/>
            <ac:spMk id="9" creationId="{E37447DA-2E0E-03F9-9B15-162E0558FF8C}"/>
          </ac:spMkLst>
        </pc:spChg>
        <pc:cxnChg chg="add mod">
          <ac:chgData name="Marco Antonio Silva da Mata" userId="6cf6f677f457a952" providerId="LiveId" clId="{C979EA11-90D9-436B-AA7B-14ADA208148B}" dt="2025-10-07T09:52:29.785" v="725" actId="14100"/>
          <ac:cxnSpMkLst>
            <pc:docMk/>
            <pc:sldMk cId="3761595789" sldId="257"/>
            <ac:cxnSpMk id="6" creationId="{D81D83D3-E71C-4619-5D2C-6165F68B1501}"/>
          </ac:cxnSpMkLst>
        </pc:cxnChg>
      </pc:sldChg>
      <pc:sldChg chg="addSp modSp mod modTransition">
        <pc:chgData name="Marco Antonio Silva da Mata" userId="6cf6f677f457a952" providerId="LiveId" clId="{C979EA11-90D9-436B-AA7B-14ADA208148B}" dt="2025-10-07T10:03:48.828" v="1517"/>
        <pc:sldMkLst>
          <pc:docMk/>
          <pc:sldMk cId="2497030841" sldId="258"/>
        </pc:sldMkLst>
        <pc:spChg chg="add mod">
          <ac:chgData name="Marco Antonio Silva da Mata" userId="6cf6f677f457a952" providerId="LiveId" clId="{C979EA11-90D9-436B-AA7B-14ADA208148B}" dt="2025-10-07T09:41:46.553" v="505" actId="1036"/>
          <ac:spMkLst>
            <pc:docMk/>
            <pc:sldMk cId="2497030841" sldId="258"/>
            <ac:spMk id="11" creationId="{A59AF020-1CD7-C5EA-FF21-983B7FE94495}"/>
          </ac:spMkLst>
        </pc:spChg>
        <pc:spChg chg="add mod">
          <ac:chgData name="Marco Antonio Silva da Mata" userId="6cf6f677f457a952" providerId="LiveId" clId="{C979EA11-90D9-436B-AA7B-14ADA208148B}" dt="2025-10-07T09:41:46.553" v="505" actId="1036"/>
          <ac:spMkLst>
            <pc:docMk/>
            <pc:sldMk cId="2497030841" sldId="258"/>
            <ac:spMk id="12" creationId="{58B60313-EB54-9E7B-D1BB-20E60FCAF5FC}"/>
          </ac:spMkLst>
        </pc:spChg>
      </pc:sldChg>
      <pc:sldChg chg="addSp modSp mod modTransition">
        <pc:chgData name="Marco Antonio Silva da Mata" userId="6cf6f677f457a952" providerId="LiveId" clId="{C979EA11-90D9-436B-AA7B-14ADA208148B}" dt="2025-10-07T10:27:01.784" v="1550" actId="1038"/>
        <pc:sldMkLst>
          <pc:docMk/>
          <pc:sldMk cId="2069387288" sldId="259"/>
        </pc:sldMkLst>
        <pc:spChg chg="add mod">
          <ac:chgData name="Marco Antonio Silva da Mata" userId="6cf6f677f457a952" providerId="LiveId" clId="{C979EA11-90D9-436B-AA7B-14ADA208148B}" dt="2025-10-07T09:40:09.902" v="483" actId="1076"/>
          <ac:spMkLst>
            <pc:docMk/>
            <pc:sldMk cId="2069387288" sldId="259"/>
            <ac:spMk id="15" creationId="{66FCB166-DF92-7E83-C261-967CD15923DA}"/>
          </ac:spMkLst>
        </pc:spChg>
        <pc:spChg chg="add mod">
          <ac:chgData name="Marco Antonio Silva da Mata" userId="6cf6f677f457a952" providerId="LiveId" clId="{C979EA11-90D9-436B-AA7B-14ADA208148B}" dt="2025-10-07T09:40:09.902" v="483" actId="1076"/>
          <ac:spMkLst>
            <pc:docMk/>
            <pc:sldMk cId="2069387288" sldId="259"/>
            <ac:spMk id="16" creationId="{1057BA26-F826-916E-74A3-269F3ABA2A07}"/>
          </ac:spMkLst>
        </pc:spChg>
        <pc:spChg chg="add mod">
          <ac:chgData name="Marco Antonio Silva da Mata" userId="6cf6f677f457a952" providerId="LiveId" clId="{C979EA11-90D9-436B-AA7B-14ADA208148B}" dt="2025-10-07T09:41:56.133" v="507" actId="1035"/>
          <ac:spMkLst>
            <pc:docMk/>
            <pc:sldMk cId="2069387288" sldId="259"/>
            <ac:spMk id="17" creationId="{21600F7E-AC71-117C-9F9E-C593D31664FE}"/>
          </ac:spMkLst>
        </pc:spChg>
        <pc:spChg chg="add mod">
          <ac:chgData name="Marco Antonio Silva da Mata" userId="6cf6f677f457a952" providerId="LiveId" clId="{C979EA11-90D9-436B-AA7B-14ADA208148B}" dt="2025-10-07T09:40:16.317" v="484" actId="207"/>
          <ac:spMkLst>
            <pc:docMk/>
            <pc:sldMk cId="2069387288" sldId="259"/>
            <ac:spMk id="18" creationId="{0B00B7DD-C1B5-5533-8CDA-E57919B8A43B}"/>
          </ac:spMkLst>
        </pc:spChg>
        <pc:spChg chg="add mod">
          <ac:chgData name="Marco Antonio Silva da Mata" userId="6cf6f677f457a952" providerId="LiveId" clId="{C979EA11-90D9-436B-AA7B-14ADA208148B}" dt="2025-10-07T09:40:42.093" v="490" actId="14100"/>
          <ac:spMkLst>
            <pc:docMk/>
            <pc:sldMk cId="2069387288" sldId="259"/>
            <ac:spMk id="19" creationId="{09495A61-0EDF-FC83-F404-D05D3EA24C9E}"/>
          </ac:spMkLst>
        </pc:spChg>
        <pc:spChg chg="add mod">
          <ac:chgData name="Marco Antonio Silva da Mata" userId="6cf6f677f457a952" providerId="LiveId" clId="{C979EA11-90D9-436B-AA7B-14ADA208148B}" dt="2025-10-07T09:40:48.926" v="492" actId="1076"/>
          <ac:spMkLst>
            <pc:docMk/>
            <pc:sldMk cId="2069387288" sldId="259"/>
            <ac:spMk id="20" creationId="{08FC13F6-7A64-5230-D153-BBB72BBDFB51}"/>
          </ac:spMkLst>
        </pc:spChg>
        <pc:picChg chg="add mod">
          <ac:chgData name="Marco Antonio Silva da Mata" userId="6cf6f677f457a952" providerId="LiveId" clId="{C979EA11-90D9-436B-AA7B-14ADA208148B}" dt="2025-10-07T10:27:01.784" v="1550" actId="1038"/>
          <ac:picMkLst>
            <pc:docMk/>
            <pc:sldMk cId="2069387288" sldId="259"/>
            <ac:picMk id="11" creationId="{866234D3-CE98-8AC5-9FC8-7033BD2B93DE}"/>
          </ac:picMkLst>
        </pc:picChg>
      </pc:sldChg>
      <pc:sldChg chg="modTransition">
        <pc:chgData name="Marco Antonio Silva da Mata" userId="6cf6f677f457a952" providerId="LiveId" clId="{C979EA11-90D9-436B-AA7B-14ADA208148B}" dt="2025-10-07T10:03:48.828" v="1517"/>
        <pc:sldMkLst>
          <pc:docMk/>
          <pc:sldMk cId="1001394697" sldId="260"/>
        </pc:sldMkLst>
      </pc:sldChg>
      <pc:sldChg chg="addSp modSp mod modTransition">
        <pc:chgData name="Marco Antonio Silva da Mata" userId="6cf6f677f457a952" providerId="LiveId" clId="{C979EA11-90D9-436B-AA7B-14ADA208148B}" dt="2025-10-07T10:03:48.828" v="1517"/>
        <pc:sldMkLst>
          <pc:docMk/>
          <pc:sldMk cId="838770103" sldId="261"/>
        </pc:sldMkLst>
        <pc:spChg chg="add mod">
          <ac:chgData name="Marco Antonio Silva da Mata" userId="6cf6f677f457a952" providerId="LiveId" clId="{C979EA11-90D9-436B-AA7B-14ADA208148B}" dt="2025-10-07T09:38:32.168" v="467"/>
          <ac:spMkLst>
            <pc:docMk/>
            <pc:sldMk cId="838770103" sldId="261"/>
            <ac:spMk id="12" creationId="{8ECCED82-DFE1-244B-07EC-5BE4A668F95F}"/>
          </ac:spMkLst>
        </pc:spChg>
        <pc:spChg chg="add mod">
          <ac:chgData name="Marco Antonio Silva da Mata" userId="6cf6f677f457a952" providerId="LiveId" clId="{C979EA11-90D9-436B-AA7B-14ADA208148B}" dt="2025-10-07T09:38:32.168" v="467"/>
          <ac:spMkLst>
            <pc:docMk/>
            <pc:sldMk cId="838770103" sldId="261"/>
            <ac:spMk id="13" creationId="{A020FB0A-C860-291B-0137-1DA397E1AD81}"/>
          </ac:spMkLst>
        </pc:spChg>
        <pc:spChg chg="add mod">
          <ac:chgData name="Marco Antonio Silva da Mata" userId="6cf6f677f457a952" providerId="LiveId" clId="{C979EA11-90D9-436B-AA7B-14ADA208148B}" dt="2025-10-07T09:38:32.168" v="467"/>
          <ac:spMkLst>
            <pc:docMk/>
            <pc:sldMk cId="838770103" sldId="261"/>
            <ac:spMk id="14" creationId="{10680C0D-D03A-C766-A461-FE41E4D70298}"/>
          </ac:spMkLst>
        </pc:spChg>
        <pc:spChg chg="add mod">
          <ac:chgData name="Marco Antonio Silva da Mata" userId="6cf6f677f457a952" providerId="LiveId" clId="{C979EA11-90D9-436B-AA7B-14ADA208148B}" dt="2025-10-07T09:39:16.654" v="476" actId="1035"/>
          <ac:spMkLst>
            <pc:docMk/>
            <pc:sldMk cId="838770103" sldId="261"/>
            <ac:spMk id="15" creationId="{3E1FB6A7-6F22-4E8D-09A0-62D56616BE71}"/>
          </ac:spMkLst>
        </pc:spChg>
        <pc:spChg chg="add mod">
          <ac:chgData name="Marco Antonio Silva da Mata" userId="6cf6f677f457a952" providerId="LiveId" clId="{C979EA11-90D9-436B-AA7B-14ADA208148B}" dt="2025-10-07T09:38:58.026" v="472"/>
          <ac:spMkLst>
            <pc:docMk/>
            <pc:sldMk cId="838770103" sldId="261"/>
            <ac:spMk id="16" creationId="{7BE85F4B-BAF5-A4DE-7A2E-16C0E5161D8D}"/>
          </ac:spMkLst>
        </pc:spChg>
        <pc:spChg chg="add mod">
          <ac:chgData name="Marco Antonio Silva da Mata" userId="6cf6f677f457a952" providerId="LiveId" clId="{C979EA11-90D9-436B-AA7B-14ADA208148B}" dt="2025-10-07T09:39:02.567" v="474" actId="1076"/>
          <ac:spMkLst>
            <pc:docMk/>
            <pc:sldMk cId="838770103" sldId="261"/>
            <ac:spMk id="17" creationId="{0A8F3363-C069-C18B-E002-C2694AE6DE1F}"/>
          </ac:spMkLst>
        </pc:spChg>
      </pc:sldChg>
      <pc:sldChg chg="addSp modSp mod modTransition">
        <pc:chgData name="Marco Antonio Silva da Mata" userId="6cf6f677f457a952" providerId="LiveId" clId="{C979EA11-90D9-436B-AA7B-14ADA208148B}" dt="2025-10-07T10:03:48.828" v="1517"/>
        <pc:sldMkLst>
          <pc:docMk/>
          <pc:sldMk cId="861297351" sldId="262"/>
        </pc:sldMkLst>
        <pc:spChg chg="add mod">
          <ac:chgData name="Marco Antonio Silva da Mata" userId="6cf6f677f457a952" providerId="LiveId" clId="{C979EA11-90D9-436B-AA7B-14ADA208148B}" dt="2025-10-07T09:38:27.888" v="466"/>
          <ac:spMkLst>
            <pc:docMk/>
            <pc:sldMk cId="861297351" sldId="262"/>
            <ac:spMk id="14" creationId="{D3618BE4-F0A7-61F1-BAB4-F10D894775C9}"/>
          </ac:spMkLst>
        </pc:spChg>
        <pc:spChg chg="add mod">
          <ac:chgData name="Marco Antonio Silva da Mata" userId="6cf6f677f457a952" providerId="LiveId" clId="{C979EA11-90D9-436B-AA7B-14ADA208148B}" dt="2025-10-07T09:38:27.888" v="466"/>
          <ac:spMkLst>
            <pc:docMk/>
            <pc:sldMk cId="861297351" sldId="262"/>
            <ac:spMk id="15" creationId="{BD008F89-C00A-1541-4B80-B612711F3FA5}"/>
          </ac:spMkLst>
        </pc:spChg>
        <pc:spChg chg="add mod">
          <ac:chgData name="Marco Antonio Silva da Mata" userId="6cf6f677f457a952" providerId="LiveId" clId="{C979EA11-90D9-436B-AA7B-14ADA208148B}" dt="2025-10-07T09:38:27.888" v="466"/>
          <ac:spMkLst>
            <pc:docMk/>
            <pc:sldMk cId="861297351" sldId="262"/>
            <ac:spMk id="16" creationId="{2244E82A-1F9A-A2D2-44E2-1297D5C4DB4E}"/>
          </ac:spMkLst>
        </pc:spChg>
        <pc:spChg chg="add mod">
          <ac:chgData name="Marco Antonio Silva da Mata" userId="6cf6f677f457a952" providerId="LiveId" clId="{C979EA11-90D9-436B-AA7B-14ADA208148B}" dt="2025-10-07T09:39:22.058" v="478" actId="1035"/>
          <ac:spMkLst>
            <pc:docMk/>
            <pc:sldMk cId="861297351" sldId="262"/>
            <ac:spMk id="17" creationId="{B22C4480-FC89-7559-38DD-D4DCD6550A30}"/>
          </ac:spMkLst>
        </pc:spChg>
        <pc:spChg chg="add mod">
          <ac:chgData name="Marco Antonio Silva da Mata" userId="6cf6f677f457a952" providerId="LiveId" clId="{C979EA11-90D9-436B-AA7B-14ADA208148B}" dt="2025-10-07T09:38:51.409" v="469" actId="1076"/>
          <ac:spMkLst>
            <pc:docMk/>
            <pc:sldMk cId="861297351" sldId="262"/>
            <ac:spMk id="18" creationId="{20644FF5-6BFB-87E0-4055-8C8F8CDF2855}"/>
          </ac:spMkLst>
        </pc:spChg>
        <pc:spChg chg="add mod">
          <ac:chgData name="Marco Antonio Silva da Mata" userId="6cf6f677f457a952" providerId="LiveId" clId="{C979EA11-90D9-436B-AA7B-14ADA208148B}" dt="2025-10-07T09:38:56.153" v="471" actId="1076"/>
          <ac:spMkLst>
            <pc:docMk/>
            <pc:sldMk cId="861297351" sldId="262"/>
            <ac:spMk id="19" creationId="{6C8AC0B8-5333-CE13-882F-DBF6A04FF6C5}"/>
          </ac:spMkLst>
        </pc:spChg>
      </pc:sldChg>
      <pc:sldChg chg="addSp delSp modSp mod modTransition">
        <pc:chgData name="Marco Antonio Silva da Mata" userId="6cf6f677f457a952" providerId="LiveId" clId="{C979EA11-90D9-436B-AA7B-14ADA208148B}" dt="2025-10-07T10:03:48.828" v="1517"/>
        <pc:sldMkLst>
          <pc:docMk/>
          <pc:sldMk cId="3069368667" sldId="263"/>
        </pc:sldMkLst>
        <pc:spChg chg="add del mod">
          <ac:chgData name="Marco Antonio Silva da Mata" userId="6cf6f677f457a952" providerId="LiveId" clId="{C979EA11-90D9-436B-AA7B-14ADA208148B}" dt="2025-10-07T09:36:13.024" v="445" actId="478"/>
          <ac:spMkLst>
            <pc:docMk/>
            <pc:sldMk cId="3069368667" sldId="263"/>
            <ac:spMk id="14" creationId="{4F86528B-01C0-40E9-D139-A135CFB7BBED}"/>
          </ac:spMkLst>
        </pc:spChg>
        <pc:spChg chg="add mod">
          <ac:chgData name="Marco Antonio Silva da Mata" userId="6cf6f677f457a952" providerId="LiveId" clId="{C979EA11-90D9-436B-AA7B-14ADA208148B}" dt="2025-10-07T09:37:07.940" v="453" actId="1076"/>
          <ac:spMkLst>
            <pc:docMk/>
            <pc:sldMk cId="3069368667" sldId="263"/>
            <ac:spMk id="15" creationId="{09A067E9-209A-E9DA-074B-D5D587A1E613}"/>
          </ac:spMkLst>
        </pc:spChg>
        <pc:spChg chg="add mod">
          <ac:chgData name="Marco Antonio Silva da Mata" userId="6cf6f677f457a952" providerId="LiveId" clId="{C979EA11-90D9-436B-AA7B-14ADA208148B}" dt="2025-10-07T09:37:10.281" v="454" actId="1076"/>
          <ac:spMkLst>
            <pc:docMk/>
            <pc:sldMk cId="3069368667" sldId="263"/>
            <ac:spMk id="16" creationId="{FBB98F6D-8ACB-D504-F652-F0127F4F06C2}"/>
          </ac:spMkLst>
        </pc:spChg>
        <pc:spChg chg="add mod">
          <ac:chgData name="Marco Antonio Silva da Mata" userId="6cf6f677f457a952" providerId="LiveId" clId="{C979EA11-90D9-436B-AA7B-14ADA208148B}" dt="2025-10-07T09:37:52.345" v="460" actId="207"/>
          <ac:spMkLst>
            <pc:docMk/>
            <pc:sldMk cId="3069368667" sldId="263"/>
            <ac:spMk id="17" creationId="{C40C35DB-9B26-8969-8B7D-D9DFCAD6C4BC}"/>
          </ac:spMkLst>
        </pc:spChg>
        <pc:spChg chg="add mod">
          <ac:chgData name="Marco Antonio Silva da Mata" userId="6cf6f677f457a952" providerId="LiveId" clId="{C979EA11-90D9-436B-AA7B-14ADA208148B}" dt="2025-10-07T09:39:27.975" v="479" actId="1035"/>
          <ac:spMkLst>
            <pc:docMk/>
            <pc:sldMk cId="3069368667" sldId="263"/>
            <ac:spMk id="18" creationId="{624888C1-D50F-79BC-2653-6CBE3F70CA91}"/>
          </ac:spMkLst>
        </pc:spChg>
        <pc:spChg chg="add mod">
          <ac:chgData name="Marco Antonio Silva da Mata" userId="6cf6f677f457a952" providerId="LiveId" clId="{C979EA11-90D9-436B-AA7B-14ADA208148B}" dt="2025-10-07T09:38:12.067" v="463" actId="2085"/>
          <ac:spMkLst>
            <pc:docMk/>
            <pc:sldMk cId="3069368667" sldId="263"/>
            <ac:spMk id="19" creationId="{C408E6FD-26D0-E90E-7995-1E614383FD3B}"/>
          </ac:spMkLst>
        </pc:spChg>
        <pc:spChg chg="add mod">
          <ac:chgData name="Marco Antonio Silva da Mata" userId="6cf6f677f457a952" providerId="LiveId" clId="{C979EA11-90D9-436B-AA7B-14ADA208148B}" dt="2025-10-07T09:38:17.953" v="465" actId="1076"/>
          <ac:spMkLst>
            <pc:docMk/>
            <pc:sldMk cId="3069368667" sldId="263"/>
            <ac:spMk id="20" creationId="{0DA8AA2A-0F57-CEF7-3882-79A46B5652C0}"/>
          </ac:spMkLst>
        </pc:spChg>
      </pc:sldChg>
      <pc:sldChg chg="addSp modSp mod modTransition">
        <pc:chgData name="Marco Antonio Silva da Mata" userId="6cf6f677f457a952" providerId="LiveId" clId="{C979EA11-90D9-436B-AA7B-14ADA208148B}" dt="2025-10-07T10:09:12.900" v="1532"/>
        <pc:sldMkLst>
          <pc:docMk/>
          <pc:sldMk cId="792904791" sldId="264"/>
        </pc:sldMkLst>
        <pc:spChg chg="add mod">
          <ac:chgData name="Marco Antonio Silva da Mata" userId="6cf6f677f457a952" providerId="LiveId" clId="{C979EA11-90D9-436B-AA7B-14ADA208148B}" dt="2025-10-07T09:34:05.621" v="391" actId="404"/>
          <ac:spMkLst>
            <pc:docMk/>
            <pc:sldMk cId="792904791" sldId="264"/>
            <ac:spMk id="2" creationId="{92349EDB-FE60-8F85-B13A-145EC1C4FD92}"/>
          </ac:spMkLst>
        </pc:spChg>
        <pc:spChg chg="add mod">
          <ac:chgData name="Marco Antonio Silva da Mata" userId="6cf6f677f457a952" providerId="LiveId" clId="{C979EA11-90D9-436B-AA7B-14ADA208148B}" dt="2025-10-07T09:34:30.551" v="408" actId="20577"/>
          <ac:spMkLst>
            <pc:docMk/>
            <pc:sldMk cId="792904791" sldId="264"/>
            <ac:spMk id="3" creationId="{B64FA02B-EBEB-FF0D-B63A-E801200C5BEB}"/>
          </ac:spMkLst>
        </pc:spChg>
        <pc:spChg chg="add mod">
          <ac:chgData name="Marco Antonio Silva da Mata" userId="6cf6f677f457a952" providerId="LiveId" clId="{C979EA11-90D9-436B-AA7B-14ADA208148B}" dt="2025-10-07T09:35:13.963" v="421" actId="1076"/>
          <ac:spMkLst>
            <pc:docMk/>
            <pc:sldMk cId="792904791" sldId="264"/>
            <ac:spMk id="5" creationId="{0C1C9FA8-953D-53DA-E087-599FC94CDF09}"/>
          </ac:spMkLst>
        </pc:spChg>
        <pc:spChg chg="mod ord">
          <ac:chgData name="Marco Antonio Silva da Mata" userId="6cf6f677f457a952" providerId="LiveId" clId="{C979EA11-90D9-436B-AA7B-14ADA208148B}" dt="2025-10-07T09:34:13.666" v="392" actId="1076"/>
          <ac:spMkLst>
            <pc:docMk/>
            <pc:sldMk cId="792904791" sldId="264"/>
            <ac:spMk id="8" creationId="{3117D60A-53C1-452F-F627-0E0C1EB21413}"/>
          </ac:spMkLst>
        </pc:spChg>
        <pc:spChg chg="add mod">
          <ac:chgData name="Marco Antonio Silva da Mata" userId="6cf6f677f457a952" providerId="LiveId" clId="{C979EA11-90D9-436B-AA7B-14ADA208148B}" dt="2025-10-07T09:34:59.202" v="416" actId="1076"/>
          <ac:spMkLst>
            <pc:docMk/>
            <pc:sldMk cId="792904791" sldId="264"/>
            <ac:spMk id="14" creationId="{8FF22A41-9C2A-69F2-BD1B-E1687D0F7D5E}"/>
          </ac:spMkLst>
        </pc:spChg>
        <pc:picChg chg="mod">
          <ac:chgData name="Marco Antonio Silva da Mata" userId="6cf6f677f457a952" providerId="LiveId" clId="{C979EA11-90D9-436B-AA7B-14ADA208148B}" dt="2025-10-07T10:09:12.900" v="1532"/>
          <ac:picMkLst>
            <pc:docMk/>
            <pc:sldMk cId="792904791" sldId="264"/>
            <ac:picMk id="3074" creationId="{6B789BBA-2306-B72B-F616-567758811B4D}"/>
          </ac:picMkLst>
        </pc:picChg>
      </pc:sldChg>
      <pc:sldChg chg="add del modTransition">
        <pc:chgData name="Marco Antonio Silva da Mata" userId="6cf6f677f457a952" providerId="LiveId" clId="{C979EA11-90D9-436B-AA7B-14ADA208148B}" dt="2025-10-07T10:04:03.932" v="1519"/>
        <pc:sldMkLst>
          <pc:docMk/>
          <pc:sldMk cId="2627148251" sldId="268"/>
        </pc:sldMkLst>
      </pc:sldChg>
      <pc:sldChg chg="modSp mod modTransition">
        <pc:chgData name="Marco Antonio Silva da Mata" userId="6cf6f677f457a952" providerId="LiveId" clId="{C979EA11-90D9-436B-AA7B-14ADA208148B}" dt="2025-10-07T10:04:03.932" v="1519"/>
        <pc:sldMkLst>
          <pc:docMk/>
          <pc:sldMk cId="4236253392" sldId="269"/>
        </pc:sldMkLst>
        <pc:spChg chg="mod">
          <ac:chgData name="Marco Antonio Silva da Mata" userId="6cf6f677f457a952" providerId="LiveId" clId="{C979EA11-90D9-436B-AA7B-14ADA208148B}" dt="2025-10-07T09:17:09.903" v="53" actId="692"/>
          <ac:spMkLst>
            <pc:docMk/>
            <pc:sldMk cId="4236253392" sldId="269"/>
            <ac:spMk id="5" creationId="{FE5828C3-9538-D830-2AF1-3040A3F4C0A8}"/>
          </ac:spMkLst>
        </pc:spChg>
      </pc:sldChg>
      <pc:sldChg chg="addSp modSp mod modTransition">
        <pc:chgData name="Marco Antonio Silva da Mata" userId="6cf6f677f457a952" providerId="LiveId" clId="{C979EA11-90D9-436B-AA7B-14ADA208148B}" dt="2025-10-07T10:06:59.253" v="1531" actId="20577"/>
        <pc:sldMkLst>
          <pc:docMk/>
          <pc:sldMk cId="3046958234" sldId="270"/>
        </pc:sldMkLst>
        <pc:spChg chg="add mod">
          <ac:chgData name="Marco Antonio Silva da Mata" userId="6cf6f677f457a952" providerId="LiveId" clId="{C979EA11-90D9-436B-AA7B-14ADA208148B}" dt="2025-10-07T09:16:57.775" v="0"/>
          <ac:spMkLst>
            <pc:docMk/>
            <pc:sldMk cId="3046958234" sldId="270"/>
            <ac:spMk id="3" creationId="{23565195-E57E-348C-5F26-86600F3A2E9B}"/>
          </ac:spMkLst>
        </pc:spChg>
        <pc:spChg chg="mod">
          <ac:chgData name="Marco Antonio Silva da Mata" userId="6cf6f677f457a952" providerId="LiveId" clId="{C979EA11-90D9-436B-AA7B-14ADA208148B}" dt="2025-10-07T10:06:59.253" v="1531" actId="20577"/>
          <ac:spMkLst>
            <pc:docMk/>
            <pc:sldMk cId="3046958234" sldId="270"/>
            <ac:spMk id="10" creationId="{5CF999C8-870B-9A34-7613-755EC9484C18}"/>
          </ac:spMkLst>
        </pc:spChg>
      </pc:sldChg>
      <pc:sldChg chg="addSp delSp modSp mod">
        <pc:chgData name="Marco Antonio Silva da Mata" userId="6cf6f677f457a952" providerId="LiveId" clId="{C979EA11-90D9-436B-AA7B-14ADA208148B}" dt="2025-10-07T09:28:03.984" v="278" actId="20577"/>
        <pc:sldMkLst>
          <pc:docMk/>
          <pc:sldMk cId="3536262216" sldId="271"/>
        </pc:sldMkLst>
        <pc:spChg chg="del">
          <ac:chgData name="Marco Antonio Silva da Mata" userId="6cf6f677f457a952" providerId="LiveId" clId="{C979EA11-90D9-436B-AA7B-14ADA208148B}" dt="2025-10-07T09:17:24.520" v="55" actId="478"/>
          <ac:spMkLst>
            <pc:docMk/>
            <pc:sldMk cId="3536262216" sldId="271"/>
            <ac:spMk id="2" creationId="{593D8F2B-9408-ADE1-A6BD-E92EC04A1AF4}"/>
          </ac:spMkLst>
        </pc:spChg>
        <pc:spChg chg="del">
          <ac:chgData name="Marco Antonio Silva da Mata" userId="6cf6f677f457a952" providerId="LiveId" clId="{C979EA11-90D9-436B-AA7B-14ADA208148B}" dt="2025-10-07T09:17:25.589" v="56" actId="478"/>
          <ac:spMkLst>
            <pc:docMk/>
            <pc:sldMk cId="3536262216" sldId="271"/>
            <ac:spMk id="3" creationId="{F6A97C1A-08DB-E8A7-CCAD-B243BC257125}"/>
          </ac:spMkLst>
        </pc:spChg>
        <pc:spChg chg="add mod">
          <ac:chgData name="Marco Antonio Silva da Mata" userId="6cf6f677f457a952" providerId="LiveId" clId="{C979EA11-90D9-436B-AA7B-14ADA208148B}" dt="2025-10-07T09:17:22.378" v="54"/>
          <ac:spMkLst>
            <pc:docMk/>
            <pc:sldMk cId="3536262216" sldId="271"/>
            <ac:spMk id="5" creationId="{B8BB84F3-4F8A-FE57-E950-B7E81D652E71}"/>
          </ac:spMkLst>
        </pc:spChg>
        <pc:spChg chg="add mod">
          <ac:chgData name="Marco Antonio Silva da Mata" userId="6cf6f677f457a952" providerId="LiveId" clId="{C979EA11-90D9-436B-AA7B-14ADA208148B}" dt="2025-10-07T09:17:40.704" v="107" actId="692"/>
          <ac:spMkLst>
            <pc:docMk/>
            <pc:sldMk cId="3536262216" sldId="271"/>
            <ac:spMk id="6" creationId="{5AFE116E-C0C7-4BF0-4416-6B852E953626}"/>
          </ac:spMkLst>
        </pc:spChg>
        <pc:spChg chg="add mod">
          <ac:chgData name="Marco Antonio Silva da Mata" userId="6cf6f677f457a952" providerId="LiveId" clId="{C979EA11-90D9-436B-AA7B-14ADA208148B}" dt="2025-10-07T09:28:03.984" v="278" actId="20577"/>
          <ac:spMkLst>
            <pc:docMk/>
            <pc:sldMk cId="3536262216" sldId="271"/>
            <ac:spMk id="7" creationId="{902B967D-AC36-7164-9A6B-060B25F2A0DA}"/>
          </ac:spMkLst>
        </pc:spChg>
        <pc:picChg chg="add mod">
          <ac:chgData name="Marco Antonio Silva da Mata" userId="6cf6f677f457a952" providerId="LiveId" clId="{C979EA11-90D9-436B-AA7B-14ADA208148B}" dt="2025-10-07T09:17:22.378" v="54"/>
          <ac:picMkLst>
            <pc:docMk/>
            <pc:sldMk cId="3536262216" sldId="271"/>
            <ac:picMk id="4" creationId="{246BD5FE-591B-8FBA-B496-51840BCCD8F4}"/>
          </ac:picMkLst>
        </pc:picChg>
      </pc:sldChg>
      <pc:sldChg chg="addSp modSp mod modTransition">
        <pc:chgData name="Marco Antonio Silva da Mata" userId="6cf6f677f457a952" providerId="LiveId" clId="{C979EA11-90D9-436B-AA7B-14ADA208148B}" dt="2025-10-07T10:05:19.754" v="1525" actId="20577"/>
        <pc:sldMkLst>
          <pc:docMk/>
          <pc:sldMk cId="636405258" sldId="272"/>
        </pc:sldMkLst>
        <pc:spChg chg="add mod">
          <ac:chgData name="Marco Antonio Silva da Mata" userId="6cf6f677f457a952" providerId="LiveId" clId="{C979EA11-90D9-436B-AA7B-14ADA208148B}" dt="2025-10-07T09:20:42.173" v="155"/>
          <ac:spMkLst>
            <pc:docMk/>
            <pc:sldMk cId="636405258" sldId="272"/>
            <ac:spMk id="2" creationId="{3076A19E-3CB9-A0E1-3193-5645C212F76C}"/>
          </ac:spMkLst>
        </pc:spChg>
        <pc:spChg chg="add mod">
          <ac:chgData name="Marco Antonio Silva da Mata" userId="6cf6f677f457a952" providerId="LiveId" clId="{C979EA11-90D9-436B-AA7B-14ADA208148B}" dt="2025-10-07T09:20:42.173" v="155"/>
          <ac:spMkLst>
            <pc:docMk/>
            <pc:sldMk cId="636405258" sldId="272"/>
            <ac:spMk id="3" creationId="{EABA9517-3E5D-ADF1-2A0B-19CAC14F53F8}"/>
          </ac:spMkLst>
        </pc:spChg>
        <pc:spChg chg="add mod">
          <ac:chgData name="Marco Antonio Silva da Mata" userId="6cf6f677f457a952" providerId="LiveId" clId="{C979EA11-90D9-436B-AA7B-14ADA208148B}" dt="2025-10-07T09:22:49.709" v="195" actId="20577"/>
          <ac:spMkLst>
            <pc:docMk/>
            <pc:sldMk cId="636405258" sldId="272"/>
            <ac:spMk id="5" creationId="{1BCD5EB8-B0BC-4010-3767-C0673F4D191F}"/>
          </ac:spMkLst>
        </pc:spChg>
        <pc:spChg chg="add mod">
          <ac:chgData name="Marco Antonio Silva da Mata" userId="6cf6f677f457a952" providerId="LiveId" clId="{C979EA11-90D9-436B-AA7B-14ADA208148B}" dt="2025-10-07T09:23:22.740" v="220" actId="1076"/>
          <ac:spMkLst>
            <pc:docMk/>
            <pc:sldMk cId="636405258" sldId="272"/>
            <ac:spMk id="6" creationId="{0D26C7A0-A9E6-08E6-416A-3F2C74928119}"/>
          </ac:spMkLst>
        </pc:spChg>
        <pc:spChg chg="add mod">
          <ac:chgData name="Marco Antonio Silva da Mata" userId="6cf6f677f457a952" providerId="LiveId" clId="{C979EA11-90D9-436B-AA7B-14ADA208148B}" dt="2025-10-07T09:23:52.744" v="223" actId="1076"/>
          <ac:spMkLst>
            <pc:docMk/>
            <pc:sldMk cId="636405258" sldId="272"/>
            <ac:spMk id="7" creationId="{35DFBB72-7AFE-7FE8-B2D5-4EF4E97308FA}"/>
          </ac:spMkLst>
        </pc:spChg>
        <pc:spChg chg="add mod">
          <ac:chgData name="Marco Antonio Silva da Mata" userId="6cf6f677f457a952" providerId="LiveId" clId="{C979EA11-90D9-436B-AA7B-14ADA208148B}" dt="2025-10-07T09:29:06.595" v="358" actId="14100"/>
          <ac:spMkLst>
            <pc:docMk/>
            <pc:sldMk cId="636405258" sldId="272"/>
            <ac:spMk id="8" creationId="{F7CE9D98-1022-CB57-3DB7-8E0C520A144A}"/>
          </ac:spMkLst>
        </pc:spChg>
        <pc:spChg chg="add mod">
          <ac:chgData name="Marco Antonio Silva da Mata" userId="6cf6f677f457a952" providerId="LiveId" clId="{C979EA11-90D9-436B-AA7B-14ADA208148B}" dt="2025-10-07T10:04:46.757" v="1522" actId="113"/>
          <ac:spMkLst>
            <pc:docMk/>
            <pc:sldMk cId="636405258" sldId="272"/>
            <ac:spMk id="9" creationId="{880366F2-3C0D-FEC9-6711-F6E5F3A1B29F}"/>
          </ac:spMkLst>
        </pc:spChg>
        <pc:spChg chg="add mod">
          <ac:chgData name="Marco Antonio Silva da Mata" userId="6cf6f677f457a952" providerId="LiveId" clId="{C979EA11-90D9-436B-AA7B-14ADA208148B}" dt="2025-10-07T09:46:22.992" v="554" actId="113"/>
          <ac:spMkLst>
            <pc:docMk/>
            <pc:sldMk cId="636405258" sldId="272"/>
            <ac:spMk id="10" creationId="{554236E1-16F1-4F57-2CE2-B903B3A4B55C}"/>
          </ac:spMkLst>
        </pc:spChg>
        <pc:spChg chg="add mod">
          <ac:chgData name="Marco Antonio Silva da Mata" userId="6cf6f677f457a952" providerId="LiveId" clId="{C979EA11-90D9-436B-AA7B-14ADA208148B}" dt="2025-10-07T09:22:31.764" v="186"/>
          <ac:spMkLst>
            <pc:docMk/>
            <pc:sldMk cId="636405258" sldId="272"/>
            <ac:spMk id="11" creationId="{2B12D436-EE9A-6DE0-6682-188E01E2AC93}"/>
          </ac:spMkLst>
        </pc:spChg>
        <pc:spChg chg="add mod">
          <ac:chgData name="Marco Antonio Silva da Mata" userId="6cf6f677f457a952" providerId="LiveId" clId="{C979EA11-90D9-436B-AA7B-14ADA208148B}" dt="2025-10-07T09:22:31.764" v="186"/>
          <ac:spMkLst>
            <pc:docMk/>
            <pc:sldMk cId="636405258" sldId="272"/>
            <ac:spMk id="12" creationId="{2E0377CE-172F-90CE-6243-EFAD30DB809B}"/>
          </ac:spMkLst>
        </pc:spChg>
        <pc:spChg chg="add mod">
          <ac:chgData name="Marco Antonio Silva da Mata" userId="6cf6f677f457a952" providerId="LiveId" clId="{C979EA11-90D9-436B-AA7B-14ADA208148B}" dt="2025-10-07T09:22:31.764" v="186"/>
          <ac:spMkLst>
            <pc:docMk/>
            <pc:sldMk cId="636405258" sldId="272"/>
            <ac:spMk id="13" creationId="{B5F48BB7-119D-3C26-85D5-7179276E7A7A}"/>
          </ac:spMkLst>
        </pc:spChg>
        <pc:spChg chg="add mod">
          <ac:chgData name="Marco Antonio Silva da Mata" userId="6cf6f677f457a952" providerId="LiveId" clId="{C979EA11-90D9-436B-AA7B-14ADA208148B}" dt="2025-10-07T09:22:31.764" v="186"/>
          <ac:spMkLst>
            <pc:docMk/>
            <pc:sldMk cId="636405258" sldId="272"/>
            <ac:spMk id="14" creationId="{D1E8029F-A08F-8FFC-22D7-8BDDA9C790C2}"/>
          </ac:spMkLst>
        </pc:spChg>
        <pc:spChg chg="add mod">
          <ac:chgData name="Marco Antonio Silva da Mata" userId="6cf6f677f457a952" providerId="LiveId" clId="{C979EA11-90D9-436B-AA7B-14ADA208148B}" dt="2025-10-07T09:22:31.764" v="186"/>
          <ac:spMkLst>
            <pc:docMk/>
            <pc:sldMk cId="636405258" sldId="272"/>
            <ac:spMk id="15" creationId="{7C699C13-C3AF-71CA-BA02-E40762AA9419}"/>
          </ac:spMkLst>
        </pc:spChg>
        <pc:spChg chg="add mod">
          <ac:chgData name="Marco Antonio Silva da Mata" userId="6cf6f677f457a952" providerId="LiveId" clId="{C979EA11-90D9-436B-AA7B-14ADA208148B}" dt="2025-10-07T09:22:31.764" v="186"/>
          <ac:spMkLst>
            <pc:docMk/>
            <pc:sldMk cId="636405258" sldId="272"/>
            <ac:spMk id="16" creationId="{90E5236A-717F-B295-E9B5-302A7746F7DF}"/>
          </ac:spMkLst>
        </pc:spChg>
        <pc:spChg chg="add mod">
          <ac:chgData name="Marco Antonio Silva da Mata" userId="6cf6f677f457a952" providerId="LiveId" clId="{C979EA11-90D9-436B-AA7B-14ADA208148B}" dt="2025-10-07T09:25:45.144" v="241" actId="20577"/>
          <ac:spMkLst>
            <pc:docMk/>
            <pc:sldMk cId="636405258" sldId="272"/>
            <ac:spMk id="19" creationId="{8D14F8B5-CE90-BE62-A3EB-E6F0615BF7D6}"/>
          </ac:spMkLst>
        </pc:spChg>
        <pc:spChg chg="add mod">
          <ac:chgData name="Marco Antonio Silva da Mata" userId="6cf6f677f457a952" providerId="LiveId" clId="{C979EA11-90D9-436B-AA7B-14ADA208148B}" dt="2025-10-07T10:05:19.754" v="1525" actId="20577"/>
          <ac:spMkLst>
            <pc:docMk/>
            <pc:sldMk cId="636405258" sldId="272"/>
            <ac:spMk id="20" creationId="{1C295FA8-7C48-413B-2F39-27EDBF045FD1}"/>
          </ac:spMkLst>
        </pc:spChg>
        <pc:spChg chg="add mod">
          <ac:chgData name="Marco Antonio Silva da Mata" userId="6cf6f677f457a952" providerId="LiveId" clId="{C979EA11-90D9-436B-AA7B-14ADA208148B}" dt="2025-10-07T09:47:59.286" v="658" actId="1076"/>
          <ac:spMkLst>
            <pc:docMk/>
            <pc:sldMk cId="636405258" sldId="272"/>
            <ac:spMk id="21" creationId="{AD6AC35E-26D0-729B-F9FE-DF86C7672B06}"/>
          </ac:spMkLst>
        </pc:spChg>
        <pc:spChg chg="add mod">
          <ac:chgData name="Marco Antonio Silva da Mata" userId="6cf6f677f457a952" providerId="LiveId" clId="{C979EA11-90D9-436B-AA7B-14ADA208148B}" dt="2025-10-07T09:48:56.116" v="671" actId="14100"/>
          <ac:spMkLst>
            <pc:docMk/>
            <pc:sldMk cId="636405258" sldId="272"/>
            <ac:spMk id="22" creationId="{F12944A5-14BA-2967-33FE-61598F803372}"/>
          </ac:spMkLst>
        </pc:spChg>
        <pc:picChg chg="add mod">
          <ac:chgData name="Marco Antonio Silva da Mata" userId="6cf6f677f457a952" providerId="LiveId" clId="{C979EA11-90D9-436B-AA7B-14ADA208148B}" dt="2025-10-07T09:30:07.500" v="364" actId="1076"/>
          <ac:picMkLst>
            <pc:docMk/>
            <pc:sldMk cId="636405258" sldId="272"/>
            <ac:picMk id="12290" creationId="{518FC52D-5BDC-116E-3880-008458BB920B}"/>
          </ac:picMkLst>
        </pc:picChg>
        <pc:picChg chg="add mod">
          <ac:chgData name="Marco Antonio Silva da Mata" userId="6cf6f677f457a952" providerId="LiveId" clId="{C979EA11-90D9-436B-AA7B-14ADA208148B}" dt="2025-10-07T09:50:46.866" v="676" actId="1076"/>
          <ac:picMkLst>
            <pc:docMk/>
            <pc:sldMk cId="636405258" sldId="272"/>
            <ac:picMk id="12292" creationId="{F128AB9B-6C5C-A943-6118-7503BF654DEC}"/>
          </ac:picMkLst>
        </pc:picChg>
        <pc:cxnChg chg="add mod">
          <ac:chgData name="Marco Antonio Silva da Mata" userId="6cf6f677f457a952" providerId="LiveId" clId="{C979EA11-90D9-436B-AA7B-14ADA208148B}" dt="2025-10-07T09:22:41.018" v="187"/>
          <ac:cxnSpMkLst>
            <pc:docMk/>
            <pc:sldMk cId="636405258" sldId="272"/>
            <ac:cxnSpMk id="17" creationId="{EFDB90C8-DF99-B86F-0F76-9B76D2FCC632}"/>
          </ac:cxnSpMkLst>
        </pc:cxnChg>
        <pc:cxnChg chg="add mod">
          <ac:chgData name="Marco Antonio Silva da Mata" userId="6cf6f677f457a952" providerId="LiveId" clId="{C979EA11-90D9-436B-AA7B-14ADA208148B}" dt="2025-10-07T09:22:41.018" v="187"/>
          <ac:cxnSpMkLst>
            <pc:docMk/>
            <pc:sldMk cId="636405258" sldId="272"/>
            <ac:cxnSpMk id="18" creationId="{F46836A1-946E-60C7-638F-44CD65568D0D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cf6f677f457a952/Documentos/CI&#202;NCIA%20DE%20DADOS/Projetos%20-%20Marco/Case%20do%20ITA&#218;/Case%20Cr&#233;dito%20-%20Programa%20de%20Est&#225;gio%20Ita&#250;%20-%20Dado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cf6f677f457a952/Documentos/CI&#202;NCIA%20DE%20DADOS/Projetos%20-%20Marco/Case%20do%20ITA&#218;/Case%20Cr&#233;dito%20-%20Programa%20de%20Est&#225;gio%20Ita&#250;%20-%20Dado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cf6f677f457a952/Documentos/CI&#202;NCIA%20DE%20DADOS/Projetos%20-%20Marco/Case%20do%20ITA&#218;/Case%20Cr&#233;dito%20-%20Programa%20de%20Est&#225;gio%20Ita&#250;%20-%20Dado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cf6f677f457a952/Documentos/CI&#202;NCIA%20DE%20DADOS/Projetos%20-%20Marco/Case%20do%20ITA&#218;/Case%20Cr&#233;dito%20-%20Programa%20de%20Est&#225;gio%20Ita&#250;%20-%20Dado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cf6f677f457a952/Documentos/CI&#202;NCIA%20DE%20DADOS/Projetos%20-%20Marco/Case%20do%20ITA&#218;/Case%20Cr&#233;dito%20-%20Programa%20de%20Est&#225;gio%20Ita&#250;%20-%20Dado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cf6f677f457a952/Documentos/CI&#202;NCIA%20DE%20DADOS/Projetos%20-%20Marco/Case%20do%20ITA&#218;/Case%20Cr&#233;dito%20-%20Programa%20de%20Est&#225;gio%20Ita&#250;%20-%20Dado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cf6f677f457a952/Documentos/CI&#202;NCIA%20DE%20DADOS/Projetos%20-%20Marco/Case%20do%20ITA&#218;/Case%20Cr&#233;dito%20-%20Programa%20de%20Est&#225;gio%20Ita&#250;%20-%20Dado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Crédito - Programa de Estágio Itaú - Dados.xlsx]Planilha1!Tabela dinâmica1</c:name>
    <c:fmtId val="8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12700" cap="rnd">
            <a:solidFill>
              <a:srgbClr val="1F02CE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12700" cap="rnd">
            <a:solidFill>
              <a:srgbClr val="1F02CE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 w="12700" cap="rnd">
            <a:solidFill>
              <a:srgbClr val="1F02CE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solidFill>
            <a:schemeClr val="accent1"/>
          </a:solidFill>
          <a:ln w="12700" cap="rnd">
            <a:solidFill>
              <a:srgbClr val="1F02CE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spPr>
          <a:solidFill>
            <a:schemeClr val="accent1"/>
          </a:solidFill>
          <a:ln w="12700" cap="rnd">
            <a:solidFill>
              <a:srgbClr val="1F02CE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Planilha1!$B$11:$B$12</c:f>
              <c:strCache>
                <c:ptCount val="1"/>
                <c:pt idx="0">
                  <c:v>0</c:v>
                </c:pt>
              </c:strCache>
            </c:strRef>
          </c:tx>
          <c:spPr>
            <a:ln w="12700" cap="rnd">
              <a:solidFill>
                <a:srgbClr val="1F02CE"/>
              </a:solidFill>
              <a:round/>
            </a:ln>
            <a:effectLst/>
          </c:spPr>
          <c:marker>
            <c:symbol val="none"/>
          </c:marker>
          <c:cat>
            <c:strRef>
              <c:f>Planilha1!$A$13:$A$33</c:f>
              <c:strCache>
                <c:ptCount val="20"/>
                <c:pt idx="0">
                  <c:v>1981</c:v>
                </c:pt>
                <c:pt idx="1">
                  <c:v>1982</c:v>
                </c:pt>
                <c:pt idx="2">
                  <c:v>1983</c:v>
                </c:pt>
                <c:pt idx="3">
                  <c:v>1984</c:v>
                </c:pt>
                <c:pt idx="4">
                  <c:v>1985</c:v>
                </c:pt>
                <c:pt idx="5">
                  <c:v>1986</c:v>
                </c:pt>
                <c:pt idx="6">
                  <c:v>1987</c:v>
                </c:pt>
                <c:pt idx="7">
                  <c:v>1988</c:v>
                </c:pt>
                <c:pt idx="8">
                  <c:v>1989</c:v>
                </c:pt>
                <c:pt idx="9">
                  <c:v>1990</c:v>
                </c:pt>
                <c:pt idx="10">
                  <c:v>1991</c:v>
                </c:pt>
                <c:pt idx="11">
                  <c:v>1992</c:v>
                </c:pt>
                <c:pt idx="12">
                  <c:v>1993</c:v>
                </c:pt>
                <c:pt idx="13">
                  <c:v>1994</c:v>
                </c:pt>
                <c:pt idx="14">
                  <c:v>1995</c:v>
                </c:pt>
                <c:pt idx="15">
                  <c:v>1996</c:v>
                </c:pt>
                <c:pt idx="16">
                  <c:v>1997</c:v>
                </c:pt>
                <c:pt idx="17">
                  <c:v>1998</c:v>
                </c:pt>
                <c:pt idx="18">
                  <c:v>1999</c:v>
                </c:pt>
                <c:pt idx="19">
                  <c:v>2000</c:v>
                </c:pt>
              </c:strCache>
            </c:strRef>
          </c:cat>
          <c:val>
            <c:numRef>
              <c:f>Planilha1!$B$13:$B$33</c:f>
              <c:numCache>
                <c:formatCode>0.00%</c:formatCode>
                <c:ptCount val="20"/>
                <c:pt idx="0">
                  <c:v>0.97172912557527946</c:v>
                </c:pt>
                <c:pt idx="1">
                  <c:v>0.96781461216607656</c:v>
                </c:pt>
                <c:pt idx="2">
                  <c:v>0.95636363636363642</c:v>
                </c:pt>
                <c:pt idx="3">
                  <c:v>0.96529680365296799</c:v>
                </c:pt>
                <c:pt idx="4">
                  <c:v>0.95948434622467771</c:v>
                </c:pt>
                <c:pt idx="5">
                  <c:v>0.92836739178202587</c:v>
                </c:pt>
                <c:pt idx="6">
                  <c:v>0.94822571262361843</c:v>
                </c:pt>
                <c:pt idx="7">
                  <c:v>0.94726879394267172</c:v>
                </c:pt>
                <c:pt idx="8">
                  <c:v>0.92215281114848635</c:v>
                </c:pt>
                <c:pt idx="9">
                  <c:v>0.92507433102081271</c:v>
                </c:pt>
                <c:pt idx="10">
                  <c:v>0.91729135432283859</c:v>
                </c:pt>
                <c:pt idx="11">
                  <c:v>0.92139414163885802</c:v>
                </c:pt>
                <c:pt idx="12">
                  <c:v>0.92085308056872039</c:v>
                </c:pt>
                <c:pt idx="13">
                  <c:v>0.88936959208899879</c:v>
                </c:pt>
                <c:pt idx="14">
                  <c:v>0.91812865497076024</c:v>
                </c:pt>
                <c:pt idx="15">
                  <c:v>0.91618000687049128</c:v>
                </c:pt>
                <c:pt idx="16">
                  <c:v>0.89697885196374627</c:v>
                </c:pt>
                <c:pt idx="17">
                  <c:v>0.91327124563445872</c:v>
                </c:pt>
                <c:pt idx="18">
                  <c:v>0.91148682247637991</c:v>
                </c:pt>
                <c:pt idx="19">
                  <c:v>0.90527182866556832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25D-4D8E-9A75-81BA46E13C18}"/>
            </c:ext>
          </c:extLst>
        </c:ser>
        <c:ser>
          <c:idx val="1"/>
          <c:order val="1"/>
          <c:tx>
            <c:strRef>
              <c:f>Planilha1!$C$11:$C$12</c:f>
              <c:strCache>
                <c:ptCount val="1"/>
                <c:pt idx="0">
                  <c:v>1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25D-4D8E-9A75-81BA46E13C18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25D-4D8E-9A75-81BA46E13C18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25D-4D8E-9A75-81BA46E13C18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25D-4D8E-9A75-81BA46E13C18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25D-4D8E-9A75-81BA46E13C1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25D-4D8E-9A75-81BA46E13C1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25D-4D8E-9A75-81BA46E13C18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25D-4D8E-9A75-81BA46E13C1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25D-4D8E-9A75-81BA46E13C18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25D-4D8E-9A75-81BA46E13C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Planilha1!$A$13:$A$33</c:f>
              <c:strCache>
                <c:ptCount val="20"/>
                <c:pt idx="0">
                  <c:v>1981</c:v>
                </c:pt>
                <c:pt idx="1">
                  <c:v>1982</c:v>
                </c:pt>
                <c:pt idx="2">
                  <c:v>1983</c:v>
                </c:pt>
                <c:pt idx="3">
                  <c:v>1984</c:v>
                </c:pt>
                <c:pt idx="4">
                  <c:v>1985</c:v>
                </c:pt>
                <c:pt idx="5">
                  <c:v>1986</c:v>
                </c:pt>
                <c:pt idx="6">
                  <c:v>1987</c:v>
                </c:pt>
                <c:pt idx="7">
                  <c:v>1988</c:v>
                </c:pt>
                <c:pt idx="8">
                  <c:v>1989</c:v>
                </c:pt>
                <c:pt idx="9">
                  <c:v>1990</c:v>
                </c:pt>
                <c:pt idx="10">
                  <c:v>1991</c:v>
                </c:pt>
                <c:pt idx="11">
                  <c:v>1992</c:v>
                </c:pt>
                <c:pt idx="12">
                  <c:v>1993</c:v>
                </c:pt>
                <c:pt idx="13">
                  <c:v>1994</c:v>
                </c:pt>
                <c:pt idx="14">
                  <c:v>1995</c:v>
                </c:pt>
                <c:pt idx="15">
                  <c:v>1996</c:v>
                </c:pt>
                <c:pt idx="16">
                  <c:v>1997</c:v>
                </c:pt>
                <c:pt idx="17">
                  <c:v>1998</c:v>
                </c:pt>
                <c:pt idx="18">
                  <c:v>1999</c:v>
                </c:pt>
                <c:pt idx="19">
                  <c:v>2000</c:v>
                </c:pt>
              </c:strCache>
            </c:strRef>
          </c:cat>
          <c:val>
            <c:numRef>
              <c:f>Planilha1!$C$13:$C$33</c:f>
              <c:numCache>
                <c:formatCode>0.00%</c:formatCode>
                <c:ptCount val="20"/>
                <c:pt idx="0">
                  <c:v>2.827087442472058E-2</c:v>
                </c:pt>
                <c:pt idx="1">
                  <c:v>3.2185387833923398E-2</c:v>
                </c:pt>
                <c:pt idx="2">
                  <c:v>4.363636363636364E-2</c:v>
                </c:pt>
                <c:pt idx="3">
                  <c:v>3.4703196347031964E-2</c:v>
                </c:pt>
                <c:pt idx="4">
                  <c:v>4.0515653775322284E-2</c:v>
                </c:pt>
                <c:pt idx="5">
                  <c:v>7.163260821797407E-2</c:v>
                </c:pt>
                <c:pt idx="6">
                  <c:v>5.1774287376381616E-2</c:v>
                </c:pt>
                <c:pt idx="7">
                  <c:v>5.2731206057328284E-2</c:v>
                </c:pt>
                <c:pt idx="8">
                  <c:v>7.7847188851513691E-2</c:v>
                </c:pt>
                <c:pt idx="9">
                  <c:v>7.4925668979187315E-2</c:v>
                </c:pt>
                <c:pt idx="10">
                  <c:v>8.2708645677161421E-2</c:v>
                </c:pt>
                <c:pt idx="11">
                  <c:v>7.8605858361142006E-2</c:v>
                </c:pt>
                <c:pt idx="12">
                  <c:v>7.9146919431279619E-2</c:v>
                </c:pt>
                <c:pt idx="13">
                  <c:v>0.11063040791100123</c:v>
                </c:pt>
                <c:pt idx="14">
                  <c:v>8.1871345029239762E-2</c:v>
                </c:pt>
                <c:pt idx="15">
                  <c:v>8.381999312950876E-2</c:v>
                </c:pt>
                <c:pt idx="16">
                  <c:v>0.10302114803625377</c:v>
                </c:pt>
                <c:pt idx="17">
                  <c:v>8.6728754365541325E-2</c:v>
                </c:pt>
                <c:pt idx="18">
                  <c:v>8.851317752362009E-2</c:v>
                </c:pt>
                <c:pt idx="19">
                  <c:v>9.4728171334431635E-2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B-725D-4D8E-9A75-81BA46E13C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45618239"/>
        <c:axId val="945620159"/>
      </c:lineChart>
      <c:catAx>
        <c:axId val="9456182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945620159"/>
        <c:crosses val="autoZero"/>
        <c:auto val="1"/>
        <c:lblAlgn val="ctr"/>
        <c:lblOffset val="100"/>
        <c:noMultiLvlLbl val="0"/>
      </c:catAx>
      <c:valAx>
        <c:axId val="945620159"/>
        <c:scaling>
          <c:orientation val="minMax"/>
          <c:max val="1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9456182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Crédito - Programa de Estágio Itaú - Dados.xlsx]Planilha3!Tabela dinâmica3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Planilha3!$F$8:$F$9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cat>
            <c:strRef>
              <c:f>Planilha3!$E$10:$E$16</c:f>
              <c:strCache>
                <c:ptCount val="6"/>
                <c:pt idx="0">
                  <c:v>01) Foragido</c:v>
                </c:pt>
                <c:pt idx="1">
                  <c:v>02) Muito Crítico</c:v>
                </c:pt>
                <c:pt idx="2">
                  <c:v>03) Crítico</c:v>
                </c:pt>
                <c:pt idx="3">
                  <c:v>04) Cauteloso</c:v>
                </c:pt>
                <c:pt idx="4">
                  <c:v>05) Seguro</c:v>
                </c:pt>
                <c:pt idx="5">
                  <c:v>06) Muito Seguro</c:v>
                </c:pt>
              </c:strCache>
            </c:strRef>
          </c:cat>
          <c:val>
            <c:numRef>
              <c:f>Planilha3!$F$10:$F$16</c:f>
              <c:numCache>
                <c:formatCode>0.00%</c:formatCode>
                <c:ptCount val="6"/>
                <c:pt idx="0">
                  <c:v>0.80083732057416268</c:v>
                </c:pt>
                <c:pt idx="1">
                  <c:v>0.86157826649417857</c:v>
                </c:pt>
                <c:pt idx="2">
                  <c:v>0.92580116129604184</c:v>
                </c:pt>
                <c:pt idx="3">
                  <c:v>0.97356015576962496</c:v>
                </c:pt>
                <c:pt idx="4">
                  <c:v>0.98671562803758506</c:v>
                </c:pt>
                <c:pt idx="5">
                  <c:v>0.9945663531870429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96-4013-80EE-49003349ED17}"/>
            </c:ext>
          </c:extLst>
        </c:ser>
        <c:ser>
          <c:idx val="1"/>
          <c:order val="1"/>
          <c:tx>
            <c:strRef>
              <c:f>Planilha3!$G$8:$G$9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rgbClr val="FF62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7777777777777776E-2"/>
                  <c:y val="9.259259259259258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096-4013-80EE-49003349ED1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Planilha3!$E$10:$E$16</c:f>
              <c:strCache>
                <c:ptCount val="6"/>
                <c:pt idx="0">
                  <c:v>01) Foragido</c:v>
                </c:pt>
                <c:pt idx="1">
                  <c:v>02) Muito Crítico</c:v>
                </c:pt>
                <c:pt idx="2">
                  <c:v>03) Crítico</c:v>
                </c:pt>
                <c:pt idx="3">
                  <c:v>04) Cauteloso</c:v>
                </c:pt>
                <c:pt idx="4">
                  <c:v>05) Seguro</c:v>
                </c:pt>
                <c:pt idx="5">
                  <c:v>06) Muito Seguro</c:v>
                </c:pt>
              </c:strCache>
            </c:strRef>
          </c:cat>
          <c:val>
            <c:numRef>
              <c:f>Planilha3!$G$10:$G$16</c:f>
              <c:numCache>
                <c:formatCode>0.00%</c:formatCode>
                <c:ptCount val="6"/>
                <c:pt idx="0">
                  <c:v>0.19916267942583732</c:v>
                </c:pt>
                <c:pt idx="1">
                  <c:v>0.13842173350582149</c:v>
                </c:pt>
                <c:pt idx="2">
                  <c:v>7.4198838703958159E-2</c:v>
                </c:pt>
                <c:pt idx="3">
                  <c:v>2.6439844230375077E-2</c:v>
                </c:pt>
                <c:pt idx="4">
                  <c:v>1.3284371962414948E-2</c:v>
                </c:pt>
                <c:pt idx="5">
                  <c:v>5.4336468129571576E-3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96-4013-80EE-49003349E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86399007"/>
        <c:axId val="786389407"/>
      </c:barChart>
      <c:catAx>
        <c:axId val="786399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pt-BR"/>
          </a:p>
        </c:txPr>
        <c:crossAx val="786389407"/>
        <c:crosses val="autoZero"/>
        <c:auto val="1"/>
        <c:lblAlgn val="ctr"/>
        <c:lblOffset val="100"/>
        <c:noMultiLvlLbl val="0"/>
      </c:catAx>
      <c:valAx>
        <c:axId val="786389407"/>
        <c:scaling>
          <c:orientation val="minMax"/>
          <c:max val="1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pt-BR"/>
          </a:p>
        </c:txPr>
        <c:crossAx val="786399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Crédito - Programa de Estágio Itaú - Dados.xlsx]Planilha3!Tabela dinâmica6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Planilha3!$K$8:$K$9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cat>
            <c:strRef>
              <c:f>Planilha3!$J$10:$J$16</c:f>
              <c:strCache>
                <c:ptCount val="6"/>
                <c:pt idx="0">
                  <c:v>01) Foragido</c:v>
                </c:pt>
                <c:pt idx="1">
                  <c:v>02) Muito Crítico</c:v>
                </c:pt>
                <c:pt idx="2">
                  <c:v>03) Crítico</c:v>
                </c:pt>
                <c:pt idx="3">
                  <c:v>04) Cauteloso</c:v>
                </c:pt>
                <c:pt idx="4">
                  <c:v>05) Seguro</c:v>
                </c:pt>
                <c:pt idx="5">
                  <c:v>06) Muito Seguro</c:v>
                </c:pt>
              </c:strCache>
            </c:strRef>
          </c:cat>
          <c:val>
            <c:numRef>
              <c:f>Planilha3!$K$10:$K$16</c:f>
              <c:numCache>
                <c:formatCode>0.00%</c:formatCode>
                <c:ptCount val="6"/>
                <c:pt idx="0">
                  <c:v>0.80403458213256485</c:v>
                </c:pt>
                <c:pt idx="1">
                  <c:v>0.84773662551440332</c:v>
                </c:pt>
                <c:pt idx="2">
                  <c:v>0.88648648648648654</c:v>
                </c:pt>
                <c:pt idx="3">
                  <c:v>0.97038724373576313</c:v>
                </c:pt>
                <c:pt idx="4">
                  <c:v>0.97832817337461297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B7-4952-9285-767933127557}"/>
            </c:ext>
          </c:extLst>
        </c:ser>
        <c:ser>
          <c:idx val="1"/>
          <c:order val="1"/>
          <c:tx>
            <c:strRef>
              <c:f>Planilha3!$L$8:$L$9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rgbClr val="FF62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4999999999999974E-2"/>
                  <c:y val="-8.4875562720133283E-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B7-4952-9285-76793312755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pt-BR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Planilha3!$J$10:$J$16</c:f>
              <c:strCache>
                <c:ptCount val="6"/>
                <c:pt idx="0">
                  <c:v>01) Foragido</c:v>
                </c:pt>
                <c:pt idx="1">
                  <c:v>02) Muito Crítico</c:v>
                </c:pt>
                <c:pt idx="2">
                  <c:v>03) Crítico</c:v>
                </c:pt>
                <c:pt idx="3">
                  <c:v>04) Cauteloso</c:v>
                </c:pt>
                <c:pt idx="4">
                  <c:v>05) Seguro</c:v>
                </c:pt>
                <c:pt idx="5">
                  <c:v>06) Muito Seguro</c:v>
                </c:pt>
              </c:strCache>
            </c:strRef>
          </c:cat>
          <c:val>
            <c:numRef>
              <c:f>Planilha3!$L$10:$L$16</c:f>
              <c:numCache>
                <c:formatCode>0.00%</c:formatCode>
                <c:ptCount val="6"/>
                <c:pt idx="0">
                  <c:v>0.19596541786743515</c:v>
                </c:pt>
                <c:pt idx="1">
                  <c:v>0.15226337448559671</c:v>
                </c:pt>
                <c:pt idx="2">
                  <c:v>0.11351351351351352</c:v>
                </c:pt>
                <c:pt idx="3">
                  <c:v>2.9612756264236904E-2</c:v>
                </c:pt>
                <c:pt idx="4">
                  <c:v>2.1671826625386997E-2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B7-4952-9285-7679331275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1774223"/>
        <c:axId val="1641767983"/>
      </c:barChart>
      <c:catAx>
        <c:axId val="16417742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pt-BR"/>
          </a:p>
        </c:txPr>
        <c:crossAx val="1641767983"/>
        <c:crosses val="autoZero"/>
        <c:auto val="1"/>
        <c:lblAlgn val="ctr"/>
        <c:lblOffset val="100"/>
        <c:noMultiLvlLbl val="0"/>
      </c:catAx>
      <c:valAx>
        <c:axId val="1641767983"/>
        <c:scaling>
          <c:orientation val="minMax"/>
          <c:max val="1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pt-BR"/>
          </a:p>
        </c:txPr>
        <c:crossAx val="16417742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Crédito - Programa de Estágio Itaú - Dados.xlsx]Planilha3!Tabela dinâmica4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Planilha3!$F$22:$F$23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cat>
            <c:strRef>
              <c:f>Planilha3!$E$24:$E$29</c:f>
              <c:strCache>
                <c:ptCount val="5"/>
                <c:pt idx="0">
                  <c:v>01) Sem Histórico</c:v>
                </c:pt>
                <c:pt idx="1">
                  <c:v>02) Atraso Recente</c:v>
                </c:pt>
                <c:pt idx="2">
                  <c:v>03) Alto Risco</c:v>
                </c:pt>
                <c:pt idx="3">
                  <c:v>04) Médio Risco</c:v>
                </c:pt>
                <c:pt idx="4">
                  <c:v>05) Baixo Risco</c:v>
                </c:pt>
              </c:strCache>
            </c:strRef>
          </c:cat>
          <c:val>
            <c:numRef>
              <c:f>Planilha3!$F$24:$F$29</c:f>
              <c:numCache>
                <c:formatCode>0.00%</c:formatCode>
                <c:ptCount val="5"/>
                <c:pt idx="0">
                  <c:v>0.90990685859441156</c:v>
                </c:pt>
                <c:pt idx="1">
                  <c:v>0.84471289853964371</c:v>
                </c:pt>
                <c:pt idx="2">
                  <c:v>0.91553544494720962</c:v>
                </c:pt>
                <c:pt idx="3">
                  <c:v>0.94930875576036866</c:v>
                </c:pt>
                <c:pt idx="4">
                  <c:v>0.97862960785960196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30-4C6A-B29D-058D6B32C5F5}"/>
            </c:ext>
          </c:extLst>
        </c:ser>
        <c:ser>
          <c:idx val="1"/>
          <c:order val="1"/>
          <c:tx>
            <c:strRef>
              <c:f>Planilha3!$G$22:$G$23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rgbClr val="FF620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3.6111111111111108E-2"/>
                  <c:y val="-8.4875562720133283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DD2-48B0-8A15-066AFBD3C4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Planilha3!$E$24:$E$29</c:f>
              <c:strCache>
                <c:ptCount val="5"/>
                <c:pt idx="0">
                  <c:v>01) Sem Histórico</c:v>
                </c:pt>
                <c:pt idx="1">
                  <c:v>02) Atraso Recente</c:v>
                </c:pt>
                <c:pt idx="2">
                  <c:v>03) Alto Risco</c:v>
                </c:pt>
                <c:pt idx="3">
                  <c:v>04) Médio Risco</c:v>
                </c:pt>
                <c:pt idx="4">
                  <c:v>05) Baixo Risco</c:v>
                </c:pt>
              </c:strCache>
            </c:strRef>
          </c:cat>
          <c:val>
            <c:numRef>
              <c:f>Planilha3!$G$24:$G$29</c:f>
              <c:numCache>
                <c:formatCode>0.00%</c:formatCode>
                <c:ptCount val="5"/>
                <c:pt idx="0">
                  <c:v>9.0093141405588481E-2</c:v>
                </c:pt>
                <c:pt idx="1">
                  <c:v>0.15528710146035629</c:v>
                </c:pt>
                <c:pt idx="2">
                  <c:v>8.4464555052790352E-2</c:v>
                </c:pt>
                <c:pt idx="3">
                  <c:v>5.0691244239631339E-2</c:v>
                </c:pt>
                <c:pt idx="4">
                  <c:v>2.1370392140398018E-2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30-4C6A-B29D-058D6B32C5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61777951"/>
        <c:axId val="1561772191"/>
      </c:barChart>
      <c:catAx>
        <c:axId val="1561777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61772191"/>
        <c:crosses val="autoZero"/>
        <c:auto val="1"/>
        <c:lblAlgn val="ctr"/>
        <c:lblOffset val="100"/>
        <c:noMultiLvlLbl val="0"/>
      </c:catAx>
      <c:valAx>
        <c:axId val="1561772191"/>
        <c:scaling>
          <c:orientation val="minMax"/>
          <c:max val="1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61777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Crédito - Programa de Estágio Itaú - Dados.xlsx]Planilha3!Tabela dinâmica7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Planilha3!$K$22:$K$23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cat>
            <c:strRef>
              <c:f>Planilha3!$J$24:$J$29</c:f>
              <c:strCache>
                <c:ptCount val="5"/>
                <c:pt idx="0">
                  <c:v>01) Sem Histórico</c:v>
                </c:pt>
                <c:pt idx="1">
                  <c:v>02) Atraso Recente</c:v>
                </c:pt>
                <c:pt idx="2">
                  <c:v>03) Alto Risco</c:v>
                </c:pt>
                <c:pt idx="3">
                  <c:v>04) Médio Risco</c:v>
                </c:pt>
                <c:pt idx="4">
                  <c:v>05) Baixo Risco</c:v>
                </c:pt>
              </c:strCache>
            </c:strRef>
          </c:cat>
          <c:val>
            <c:numRef>
              <c:f>Planilha3!$K$24:$K$29</c:f>
              <c:numCache>
                <c:formatCode>0.00%</c:formatCode>
                <c:ptCount val="5"/>
                <c:pt idx="0">
                  <c:v>0.91603053435114501</c:v>
                </c:pt>
                <c:pt idx="1">
                  <c:v>0.79826086956521736</c:v>
                </c:pt>
                <c:pt idx="2">
                  <c:v>0.91242937853107342</c:v>
                </c:pt>
                <c:pt idx="3">
                  <c:v>0.92666666666666664</c:v>
                </c:pt>
                <c:pt idx="4">
                  <c:v>0.96442185514612455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78-4636-98C7-668F0EE4D29A}"/>
            </c:ext>
          </c:extLst>
        </c:ser>
        <c:ser>
          <c:idx val="1"/>
          <c:order val="1"/>
          <c:tx>
            <c:strRef>
              <c:f>Planilha3!$L$22:$L$23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rgbClr val="FF620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3.8888888888888841E-2"/>
                  <c:y val="-8.4875562720133283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E90-4138-A106-F91831AC78D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Planilha3!$J$24:$J$29</c:f>
              <c:strCache>
                <c:ptCount val="5"/>
                <c:pt idx="0">
                  <c:v>01) Sem Histórico</c:v>
                </c:pt>
                <c:pt idx="1">
                  <c:v>02) Atraso Recente</c:v>
                </c:pt>
                <c:pt idx="2">
                  <c:v>03) Alto Risco</c:v>
                </c:pt>
                <c:pt idx="3">
                  <c:v>04) Médio Risco</c:v>
                </c:pt>
                <c:pt idx="4">
                  <c:v>05) Baixo Risco</c:v>
                </c:pt>
              </c:strCache>
            </c:strRef>
          </c:cat>
          <c:val>
            <c:numRef>
              <c:f>Planilha3!$L$24:$L$29</c:f>
              <c:numCache>
                <c:formatCode>0.00%</c:formatCode>
                <c:ptCount val="5"/>
                <c:pt idx="0">
                  <c:v>8.3969465648854963E-2</c:v>
                </c:pt>
                <c:pt idx="1">
                  <c:v>0.20173913043478262</c:v>
                </c:pt>
                <c:pt idx="2">
                  <c:v>8.7570621468926552E-2</c:v>
                </c:pt>
                <c:pt idx="3">
                  <c:v>7.3333333333333334E-2</c:v>
                </c:pt>
                <c:pt idx="4">
                  <c:v>3.5578144853875476E-2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78-4636-98C7-668F0EE4D2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82614927"/>
        <c:axId val="1282615407"/>
      </c:barChart>
      <c:catAx>
        <c:axId val="12826149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282615407"/>
        <c:crosses val="autoZero"/>
        <c:auto val="1"/>
        <c:lblAlgn val="ctr"/>
        <c:lblOffset val="100"/>
        <c:noMultiLvlLbl val="0"/>
      </c:catAx>
      <c:valAx>
        <c:axId val="1282615407"/>
        <c:scaling>
          <c:orientation val="minMax"/>
          <c:max val="1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2826149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Crédito - Programa de Estágio Itaú - Dados.xlsx]Planilha3!Tabela dinâmica5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Planilha3!$F$35:$F$36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cat>
            <c:strRef>
              <c:f>Planilha3!$E$37:$E$40</c:f>
              <c:strCache>
                <c:ptCount val="3"/>
                <c:pt idx="0">
                  <c:v>Beco Diagonal</c:v>
                </c:pt>
                <c:pt idx="1">
                  <c:v>Hogsmeade</c:v>
                </c:pt>
                <c:pt idx="2">
                  <c:v>Travessa do Tranco</c:v>
                </c:pt>
              </c:strCache>
            </c:strRef>
          </c:cat>
          <c:val>
            <c:numRef>
              <c:f>Planilha3!$F$37:$F$40</c:f>
              <c:numCache>
                <c:formatCode>0.00%</c:formatCode>
                <c:ptCount val="3"/>
                <c:pt idx="0">
                  <c:v>0.95119089229540121</c:v>
                </c:pt>
                <c:pt idx="1">
                  <c:v>0.9193334595720507</c:v>
                </c:pt>
                <c:pt idx="2">
                  <c:v>0.85850945494994435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D6-405A-B51C-18A27D5B78BA}"/>
            </c:ext>
          </c:extLst>
        </c:ser>
        <c:ser>
          <c:idx val="1"/>
          <c:order val="1"/>
          <c:tx>
            <c:strRef>
              <c:f>Planilha3!$G$35:$G$36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rgbClr val="FF6200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2.7777777777777776E-2"/>
                  <c:y val="9.259259259259258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16D-4EDA-A328-B843B5344AD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Planilha3!$E$37:$E$40</c:f>
              <c:strCache>
                <c:ptCount val="3"/>
                <c:pt idx="0">
                  <c:v>Beco Diagonal</c:v>
                </c:pt>
                <c:pt idx="1">
                  <c:v>Hogsmeade</c:v>
                </c:pt>
                <c:pt idx="2">
                  <c:v>Travessa do Tranco</c:v>
                </c:pt>
              </c:strCache>
            </c:strRef>
          </c:cat>
          <c:val>
            <c:numRef>
              <c:f>Planilha3!$G$37:$G$40</c:f>
              <c:numCache>
                <c:formatCode>0.00%</c:formatCode>
                <c:ptCount val="3"/>
                <c:pt idx="0">
                  <c:v>4.8809107704598793E-2</c:v>
                </c:pt>
                <c:pt idx="1">
                  <c:v>8.0666540427949254E-2</c:v>
                </c:pt>
                <c:pt idx="2">
                  <c:v>0.14149054505005562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D6-405A-B51C-18A27D5B78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32890351"/>
        <c:axId val="1532890831"/>
      </c:barChart>
      <c:catAx>
        <c:axId val="153289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32890831"/>
        <c:crosses val="autoZero"/>
        <c:auto val="1"/>
        <c:lblAlgn val="ctr"/>
        <c:lblOffset val="100"/>
        <c:noMultiLvlLbl val="0"/>
      </c:catAx>
      <c:valAx>
        <c:axId val="1532890831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328903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Crédito - Programa de Estágio Itaú - Dados.xlsx]Planilha3!Tabela dinâmica8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Planilha3!$K$35:$K$36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cat>
            <c:strRef>
              <c:f>Planilha3!$J$37:$J$40</c:f>
              <c:strCache>
                <c:ptCount val="3"/>
                <c:pt idx="0">
                  <c:v>Beco Diagonal</c:v>
                </c:pt>
                <c:pt idx="1">
                  <c:v>Hogsmeade</c:v>
                </c:pt>
                <c:pt idx="2">
                  <c:v>Travessa do Tranco</c:v>
                </c:pt>
              </c:strCache>
            </c:strRef>
          </c:cat>
          <c:val>
            <c:numRef>
              <c:f>Planilha3!$K$37:$K$40</c:f>
              <c:numCache>
                <c:formatCode>0.00%</c:formatCode>
                <c:ptCount val="3"/>
                <c:pt idx="0">
                  <c:v>0.92694422623723483</c:v>
                </c:pt>
                <c:pt idx="1">
                  <c:v>0.90419947506561682</c:v>
                </c:pt>
                <c:pt idx="2">
                  <c:v>0.83715012722646309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9C-4402-9CEB-91404155783E}"/>
            </c:ext>
          </c:extLst>
        </c:ser>
        <c:ser>
          <c:idx val="1"/>
          <c:order val="1"/>
          <c:tx>
            <c:strRef>
              <c:f>Planilha3!$L$35:$L$36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rgbClr val="FF6200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1.3888888888888888E-2"/>
                  <c:y val="-4.62962962962971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6DC-4B7E-91FD-A8C2CED3CD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Planilha3!$J$37:$J$40</c:f>
              <c:strCache>
                <c:ptCount val="3"/>
                <c:pt idx="0">
                  <c:v>Beco Diagonal</c:v>
                </c:pt>
                <c:pt idx="1">
                  <c:v>Hogsmeade</c:v>
                </c:pt>
                <c:pt idx="2">
                  <c:v>Travessa do Tranco</c:v>
                </c:pt>
              </c:strCache>
            </c:strRef>
          </c:cat>
          <c:val>
            <c:numRef>
              <c:f>Planilha3!$L$37:$L$40</c:f>
              <c:numCache>
                <c:formatCode>0.00%</c:formatCode>
                <c:ptCount val="3"/>
                <c:pt idx="0">
                  <c:v>7.3055773762765119E-2</c:v>
                </c:pt>
                <c:pt idx="1">
                  <c:v>9.5800524934383208E-2</c:v>
                </c:pt>
                <c:pt idx="2">
                  <c:v>0.16284987277353691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9C-4402-9CEB-9140415578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23737119"/>
        <c:axId val="1723737599"/>
      </c:barChart>
      <c:catAx>
        <c:axId val="17237371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23737599"/>
        <c:crosses val="autoZero"/>
        <c:auto val="1"/>
        <c:lblAlgn val="ctr"/>
        <c:lblOffset val="100"/>
        <c:noMultiLvlLbl val="0"/>
      </c:catAx>
      <c:valAx>
        <c:axId val="1723737599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237371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68403-06C1-4FE6-A358-23E3929CBA71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B440F-F997-4A71-9565-308E2C5E48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9585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B440F-F997-4A71-9565-308E2C5E487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5241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D832F2-8024-19CB-E467-DA195446F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F69256-82E9-4AAB-04C6-8E830780A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858961-DAAE-E418-6EB1-7924C3C9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8F0729-65DA-66AC-B1EF-9AAE0E2F9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7F98E7-74B8-67AE-5B00-4E167154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487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52E0C-C38A-F5B9-CA59-CE6EB7304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078673-A0A0-3B1B-F6FD-90D6BA80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3704C5-CC8E-AF37-793F-1894996F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6D1BDC-56C2-8D38-5CD1-DC45D01C3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D82C1F-B154-25C9-7C4F-F118C27D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418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A8F77-2CB2-4B1A-27ED-51D0ED637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7F977A-9A26-7710-586A-51C8389B6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52E87F-62FF-BAA8-28EF-A7E3E1445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E98967-2887-EC31-F45E-09ABFCA8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DB9F5E-AC1B-EB38-EC41-CF809EE25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56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D86CCF-B57C-DDBF-63BA-C9BE39134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5DBF81-640B-CDFD-7DEE-81C6306B67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1A698DD-8D7F-D494-362F-44AFB1711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BF6371-4B39-28E6-7887-DE02A847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D8019A-8EB5-AAED-26B1-650DF6C92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B4A996-02AD-D028-7CD3-4CF589A25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2726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C7CE7-FC2F-2BD5-125D-F1EEA89A9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67A062-E890-C96E-2C36-EE623A5AB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27DDE6-2F9B-4919-DFB9-6566C376D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54FDAFE-990E-3A9F-94CD-A5B7B69F4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9B1051D-20D4-6FE2-C52A-28DDDFA1A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C494348-1DE6-43F6-0C35-87EF5065D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B253E90-9FCE-C464-CAA5-C1C69CA81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C27EEA-92CF-160F-E3BD-9D0C5751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905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7877D-5727-2522-65CD-50118EDF4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A99946D-2EA5-315D-27E6-105B0E373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AA6D1AB-11A4-640C-1AF4-2117E97E4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3BD49EE-AB96-87E5-B13A-223DBBED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102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8EC0196-5109-683A-2630-D8B9E6A38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FEA356B-AFD4-0D8E-B340-1E81D4C8D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B9CB4DF-3524-4317-E2C0-134211518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1903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E6476-3759-4D65-8BA2-BDA5D5C38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E80EAE-ADA1-25A7-832A-577A6D8ED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2FC06B3-0709-5AA1-DCE0-C66FA443A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A02072-7844-C574-C521-279F37EF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A8FA29-E4B9-A1A5-A709-B513112D1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CFE5D8-7F05-43BF-1208-529441D9B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877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4B423-AA2E-E1B1-56C9-82A283B67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A942663-570C-BCD8-27E6-94AF779596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77A24F-40DD-2A1A-BE4C-744062E16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06AB6B-B402-BCC1-D4D4-F084A3CA5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0D20E7-53D7-5BC8-90BA-C87E49B01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49AE08-BF36-2A6C-F823-1831EFCA8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4068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AAF928-FFA1-BCC9-ED9C-91EB376A6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55D2112-6B44-0486-EB4B-6AE940DA7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4F4E73-FA4B-2258-D0EC-79A107213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51D86B-6BD5-14C4-87D0-D174CEC4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4DF3BE-6D22-858C-33F8-B4CE3F4A3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2478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C533DF3-78D9-0A07-F712-DBFABCB956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06F4EA6-D123-B817-A995-7A65EEB07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74CC03-8238-0700-613C-1E0D4899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4F8BC9-993E-0360-FBA6-8731931CF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17EEF8-3292-81E5-ABC8-696D05BE3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9396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8685356-5E25-383C-DB52-4B79BD8C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28CF7DD-F263-4AEF-26F2-030B6F0C2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358C59-3D9F-38F0-876A-9EFFDDCAFC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714F5-301F-410A-90BE-9FD5642F0285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899B93-9270-2EBD-B292-42052BC994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2FD51D-6507-99FB-676E-7247DA858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171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co-Mata-30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246BD5FE-591B-8FBA-B496-51840BCCD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B8BB84F3-4F8A-FE57-E950-B7E81D652E71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5AFE116E-C0C7-4BF0-4416-6B852E953626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02B967D-AC36-7164-9A6B-060B25F2A0DA}"/>
              </a:ext>
            </a:extLst>
          </p:cNvPr>
          <p:cNvSpPr txBox="1"/>
          <p:nvPr/>
        </p:nvSpPr>
        <p:spPr>
          <a:xfrm>
            <a:off x="1847088" y="2081922"/>
            <a:ext cx="783640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FF62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Case Banco </a:t>
            </a:r>
            <a:r>
              <a:rPr lang="pt-BR" sz="4000" b="1" dirty="0" err="1">
                <a:solidFill>
                  <a:srgbClr val="FF62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Gringotes</a:t>
            </a:r>
            <a:r>
              <a:rPr lang="pt-BR" sz="4000" b="1" dirty="0">
                <a:solidFill>
                  <a:srgbClr val="FF62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Financiamento de Bens Mágicos</a:t>
            </a:r>
          </a:p>
          <a:p>
            <a:endParaRPr lang="pt-BR" dirty="0"/>
          </a:p>
          <a:p>
            <a:pPr algn="r"/>
            <a:r>
              <a:rPr lang="pt-BR" i="1" dirty="0">
                <a:solidFill>
                  <a:srgbClr val="FF62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-Estágio Políticas de Crédito-</a:t>
            </a:r>
          </a:p>
          <a:p>
            <a:r>
              <a:rPr lang="pt-BR" i="1" dirty="0">
                <a:solidFill>
                  <a:srgbClr val="FF62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Marco Antonio Silva da Mata</a:t>
            </a:r>
          </a:p>
        </p:txBody>
      </p:sp>
    </p:spTree>
    <p:extLst>
      <p:ext uri="{BB962C8B-B14F-4D97-AF65-F5344CB8AC3E}">
        <p14:creationId xmlns:p14="http://schemas.microsoft.com/office/powerpoint/2010/main" val="3536262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CFF59CAD-156F-0B9B-C8D3-506D155D1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3076A19E-3CB9-A0E1-3193-5645C212F76C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EABA9517-3E5D-ADF1-2A0B-19CAC14F53F8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BCD5EB8-B0BC-4010-3767-C0673F4D191F}"/>
              </a:ext>
            </a:extLst>
          </p:cNvPr>
          <p:cNvSpPr txBox="1"/>
          <p:nvPr/>
        </p:nvSpPr>
        <p:spPr>
          <a:xfrm>
            <a:off x="537972" y="440698"/>
            <a:ext cx="3277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Hobbies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D26C7A0-A9E6-08E6-416A-3F2C74928119}"/>
              </a:ext>
            </a:extLst>
          </p:cNvPr>
          <p:cNvSpPr txBox="1"/>
          <p:nvPr/>
        </p:nvSpPr>
        <p:spPr>
          <a:xfrm>
            <a:off x="537972" y="3232897"/>
            <a:ext cx="2742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Qualidades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5DFBB72-7AFE-7FE8-B2D5-4EF4E97308FA}"/>
              </a:ext>
            </a:extLst>
          </p:cNvPr>
          <p:cNvSpPr txBox="1"/>
          <p:nvPr/>
        </p:nvSpPr>
        <p:spPr>
          <a:xfrm>
            <a:off x="4777740" y="440698"/>
            <a:ext cx="2742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Experiências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7CE9D98-1022-CB57-3DB7-8E0C520A144A}"/>
              </a:ext>
            </a:extLst>
          </p:cNvPr>
          <p:cNvSpPr txBox="1"/>
          <p:nvPr/>
        </p:nvSpPr>
        <p:spPr>
          <a:xfrm>
            <a:off x="538733" y="1170083"/>
            <a:ext cx="31942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Ouvir música;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Assistir séries de ficção/Animes;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Jogar Campo Minado.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80366F2-3C0D-FEC9-6711-F6E5F3A1B29F}"/>
              </a:ext>
            </a:extLst>
          </p:cNvPr>
          <p:cNvSpPr txBox="1"/>
          <p:nvPr/>
        </p:nvSpPr>
        <p:spPr>
          <a:xfrm>
            <a:off x="565306" y="3962282"/>
            <a:ext cx="32230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Trabalho em equipe;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Busca constante por c</a:t>
            </a:r>
            <a:r>
              <a:rPr lang="pt-BR" dirty="0">
                <a:effectLst/>
              </a:rPr>
              <a:t>onhecimento e desafios;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</a:t>
            </a:r>
            <a:r>
              <a:rPr lang="pt-BR" dirty="0">
                <a:effectLst/>
              </a:rPr>
              <a:t>riativo</a:t>
            </a:r>
            <a:r>
              <a:rPr lang="pt-BR" dirty="0"/>
              <a:t> na resolução de problemas.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54236E1-16F1-4F57-2CE2-B903B3A4B55C}"/>
              </a:ext>
            </a:extLst>
          </p:cNvPr>
          <p:cNvSpPr txBox="1"/>
          <p:nvPr/>
        </p:nvSpPr>
        <p:spPr>
          <a:xfrm>
            <a:off x="4242725" y="1151446"/>
            <a:ext cx="370645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Rocket Design – UFABC | </a:t>
            </a:r>
            <a:r>
              <a:rPr lang="pt-BR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2024</a:t>
            </a:r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</a:t>
            </a:r>
            <a:r>
              <a:rPr lang="pt-BR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2025</a:t>
            </a:r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Green Team Hackers Club – UFABC | </a:t>
            </a:r>
            <a:r>
              <a:rPr lang="en-U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2024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</a:t>
            </a:r>
            <a:r>
              <a:rPr lang="en-US" sz="1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Atualmente</a:t>
            </a:r>
            <a:r>
              <a:rPr lang="en-U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Itaú Unibanco (Cartões | BT Satisfação e Jornada do Cliente) | </a:t>
            </a:r>
            <a:r>
              <a:rPr lang="pt-BR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Julho 2024 </a:t>
            </a:r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</a:t>
            </a:r>
            <a:r>
              <a:rPr lang="pt-BR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Julho 2025</a:t>
            </a:r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EFDB90C8-DF99-B86F-0F76-9B76D2FCC632}"/>
              </a:ext>
            </a:extLst>
          </p:cNvPr>
          <p:cNvCxnSpPr>
            <a:cxnSpLocks/>
          </p:cNvCxnSpPr>
          <p:nvPr/>
        </p:nvCxnSpPr>
        <p:spPr>
          <a:xfrm>
            <a:off x="4242816" y="265176"/>
            <a:ext cx="0" cy="6318504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F46836A1-946E-60C7-638F-44CD65568D0D}"/>
              </a:ext>
            </a:extLst>
          </p:cNvPr>
          <p:cNvCxnSpPr>
            <a:cxnSpLocks/>
          </p:cNvCxnSpPr>
          <p:nvPr/>
        </p:nvCxnSpPr>
        <p:spPr>
          <a:xfrm>
            <a:off x="7949276" y="265173"/>
            <a:ext cx="0" cy="6318504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D14F8B5-CE90-BE62-A3EB-E6F0615BF7D6}"/>
              </a:ext>
            </a:extLst>
          </p:cNvPr>
          <p:cNvSpPr txBox="1"/>
          <p:nvPr/>
        </p:nvSpPr>
        <p:spPr>
          <a:xfrm>
            <a:off x="8752379" y="440698"/>
            <a:ext cx="2742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Ferramentas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C295FA8-7C48-413B-2F39-27EDBF045FD1}"/>
              </a:ext>
            </a:extLst>
          </p:cNvPr>
          <p:cNvSpPr txBox="1"/>
          <p:nvPr/>
        </p:nvSpPr>
        <p:spPr>
          <a:xfrm>
            <a:off x="8459103" y="1151446"/>
            <a:ext cx="32230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Pacote Office;</a:t>
            </a:r>
          </a:p>
          <a:p>
            <a:r>
              <a:rPr lang="pt-BR" dirty="0"/>
              <a:t>Python;</a:t>
            </a:r>
          </a:p>
          <a:p>
            <a:r>
              <a:rPr lang="pt-BR" dirty="0"/>
              <a:t>SQL;</a:t>
            </a:r>
          </a:p>
          <a:p>
            <a:r>
              <a:rPr lang="pt-BR" dirty="0"/>
              <a:t>AWS </a:t>
            </a:r>
            <a:r>
              <a:rPr lang="pt-BR" dirty="0" err="1"/>
              <a:t>Quicksight</a:t>
            </a:r>
            <a:r>
              <a:rPr lang="pt-BR" dirty="0"/>
              <a:t>;</a:t>
            </a:r>
          </a:p>
          <a:p>
            <a:r>
              <a:rPr lang="pt-BR" dirty="0"/>
              <a:t>AWS Athena;</a:t>
            </a:r>
          </a:p>
          <a:p>
            <a:r>
              <a:rPr lang="pt-BR" dirty="0" err="1"/>
              <a:t>Databricks</a:t>
            </a:r>
            <a:r>
              <a:rPr lang="pt-BR" dirty="0"/>
              <a:t>;</a:t>
            </a:r>
          </a:p>
          <a:p>
            <a:r>
              <a:rPr lang="pt-BR" dirty="0" err="1"/>
              <a:t>Streamlit</a:t>
            </a:r>
            <a:r>
              <a:rPr lang="pt-BR" dirty="0"/>
              <a:t>;</a:t>
            </a:r>
          </a:p>
          <a:p>
            <a:r>
              <a:rPr lang="pt-BR" dirty="0"/>
              <a:t>IA Generativa.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D6AC35E-26D0-729B-F9FE-DF86C7672B06}"/>
              </a:ext>
            </a:extLst>
          </p:cNvPr>
          <p:cNvSpPr txBox="1"/>
          <p:nvPr/>
        </p:nvSpPr>
        <p:spPr>
          <a:xfrm>
            <a:off x="8231930" y="3579543"/>
            <a:ext cx="3677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Cursos extracurriculares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12944A5-14BA-2967-33FE-61598F803372}"/>
              </a:ext>
            </a:extLst>
          </p:cNvPr>
          <p:cNvSpPr txBox="1"/>
          <p:nvPr/>
        </p:nvSpPr>
        <p:spPr>
          <a:xfrm>
            <a:off x="7949180" y="4229226"/>
            <a:ext cx="3960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Fisk (Inglês) | </a:t>
            </a:r>
            <a:r>
              <a:rPr lang="pt-BR" b="1" dirty="0"/>
              <a:t>2017 – 2018 </a:t>
            </a:r>
            <a:r>
              <a:rPr lang="pt-BR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Udemy | </a:t>
            </a:r>
            <a:r>
              <a:rPr lang="en-US" b="1" dirty="0"/>
              <a:t>2025</a:t>
            </a:r>
            <a:r>
              <a:rPr lang="en-US" dirty="0"/>
              <a:t> Machine Learning e Data Science com python de A </a:t>
            </a:r>
            <a:r>
              <a:rPr lang="en-US" dirty="0" err="1"/>
              <a:t>a</a:t>
            </a:r>
            <a:r>
              <a:rPr lang="en-US" dirty="0"/>
              <a:t> Z .</a:t>
            </a:r>
            <a:endParaRPr lang="pt-BR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518FC52D-5BDC-116E-3880-008458BB9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547" y="1151446"/>
            <a:ext cx="813937" cy="840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Universidade Federal do ABC – Wikipédia, a enciclopédia livre">
            <a:extLst>
              <a:ext uri="{FF2B5EF4-FFF2-40B4-BE49-F238E27FC236}">
                <a16:creationId xmlns:a16="http://schemas.microsoft.com/office/drawing/2014/main" id="{F128AB9B-6C5C-A943-6118-7503BF654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983" y="3393930"/>
            <a:ext cx="1999747" cy="204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405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ACBD5-463A-0069-750D-5AEE5C242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taú Unibanco – Wikipédia, a enciclopédia livre">
            <a:extLst>
              <a:ext uri="{FF2B5EF4-FFF2-40B4-BE49-F238E27FC236}">
                <a16:creationId xmlns:a16="http://schemas.microsoft.com/office/drawing/2014/main" id="{7D49A878-855C-2ABC-ED50-FE064E0FC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B89A6A2-C6F5-211C-4C19-EBA90D6C117F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EBC88871-29DF-31AD-73F8-F8B317088B9F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6FCFF5D-7EA0-391D-E22F-653DFD9B629C}"/>
              </a:ext>
            </a:extLst>
          </p:cNvPr>
          <p:cNvSpPr txBox="1"/>
          <p:nvPr/>
        </p:nvSpPr>
        <p:spPr>
          <a:xfrm>
            <a:off x="3537528" y="526472"/>
            <a:ext cx="4922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Por que trabalhar no Itaú?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81D83D3-E71C-4619-5D2C-6165F68B1501}"/>
              </a:ext>
            </a:extLst>
          </p:cNvPr>
          <p:cNvCxnSpPr>
            <a:cxnSpLocks/>
          </p:cNvCxnSpPr>
          <p:nvPr/>
        </p:nvCxnSpPr>
        <p:spPr>
          <a:xfrm>
            <a:off x="3537528" y="1111247"/>
            <a:ext cx="4922982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7447DA-2E0E-03F9-9B15-162E0558FF8C}"/>
              </a:ext>
            </a:extLst>
          </p:cNvPr>
          <p:cNvSpPr txBox="1"/>
          <p:nvPr/>
        </p:nvSpPr>
        <p:spPr>
          <a:xfrm>
            <a:off x="2775527" y="1621882"/>
            <a:ext cx="66409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Minha primeira experiência no Itaú foi algo que jamais vou esquecer, pude ver realmente o que é ser um </a:t>
            </a:r>
            <a:r>
              <a:rPr lang="pt-B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Ituber</a:t>
            </a: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 ter o Jeito Itaú no dia a dia.</a:t>
            </a:r>
          </a:p>
          <a:p>
            <a:endParaRPr lang="pt-BR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Não somente isso, mas aprendi muito quanto a AWS, manipular bases dados, automatização de processos, e isso foi o que ajudou a clarear a minha visão de carreira, e saber que dados é algo que eu realmente quero.</a:t>
            </a:r>
          </a:p>
          <a:p>
            <a:endParaRPr lang="pt-BR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Então sei que estou capacitado pra essa vaga não somente por ter experiência, mas por ter paixão no que faço, ter o conhecimento do que estou fazendo e saber que o Itaú precisa cada vez mais de pessoas assim. </a:t>
            </a:r>
          </a:p>
          <a:p>
            <a:endParaRPr lang="pt-BR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Então posso dizer, seria um prazer enorme voltar a ser um </a:t>
            </a:r>
            <a:r>
              <a:rPr lang="pt-BR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Ituber</a:t>
            </a: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61595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52551F1-BC7E-769D-E40B-A8E2B37FD4E3}"/>
              </a:ext>
            </a:extLst>
          </p:cNvPr>
          <p:cNvSpPr txBox="1"/>
          <p:nvPr/>
        </p:nvSpPr>
        <p:spPr>
          <a:xfrm>
            <a:off x="537972" y="440698"/>
            <a:ext cx="3277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Qual é o problema?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78BAE5-B0FA-FE1B-7D46-3A286B246319}"/>
              </a:ext>
            </a:extLst>
          </p:cNvPr>
          <p:cNvSpPr txBox="1"/>
          <p:nvPr/>
        </p:nvSpPr>
        <p:spPr>
          <a:xfrm>
            <a:off x="4724590" y="440698"/>
            <a:ext cx="2742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Qual o objetivo?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B1492B5-A39E-94A9-CE16-D8332CC50CC4}"/>
              </a:ext>
            </a:extLst>
          </p:cNvPr>
          <p:cNvSpPr txBox="1"/>
          <p:nvPr/>
        </p:nvSpPr>
        <p:spPr>
          <a:xfrm>
            <a:off x="8376284" y="442484"/>
            <a:ext cx="2742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Como resolver?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90210CF8-3CD5-C533-F5F9-2A82BF6E1822}"/>
              </a:ext>
            </a:extLst>
          </p:cNvPr>
          <p:cNvCxnSpPr>
            <a:cxnSpLocks/>
          </p:cNvCxnSpPr>
          <p:nvPr/>
        </p:nvCxnSpPr>
        <p:spPr>
          <a:xfrm>
            <a:off x="4242816" y="265176"/>
            <a:ext cx="0" cy="6318504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BC3DDAC9-C0C5-D8D1-6BC2-1EA94692BD14}"/>
              </a:ext>
            </a:extLst>
          </p:cNvPr>
          <p:cNvCxnSpPr>
            <a:cxnSpLocks/>
          </p:cNvCxnSpPr>
          <p:nvPr/>
        </p:nvCxnSpPr>
        <p:spPr>
          <a:xfrm>
            <a:off x="7949276" y="265173"/>
            <a:ext cx="0" cy="6318504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9F96F1EC-5F44-5775-20BE-16F58F040CFC}"/>
              </a:ext>
            </a:extLst>
          </p:cNvPr>
          <p:cNvSpPr txBox="1"/>
          <p:nvPr/>
        </p:nvSpPr>
        <p:spPr>
          <a:xfrm>
            <a:off x="565307" y="1267730"/>
            <a:ext cx="32230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 último ano, o governo bruxo foi atingido por uma grave crise financeira, e por conta disso muitos clientes não estão pagando os financiamentos.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CF999C8-870B-9A34-7613-755EC9484C18}"/>
              </a:ext>
            </a:extLst>
          </p:cNvPr>
          <p:cNvSpPr txBox="1"/>
          <p:nvPr/>
        </p:nvSpPr>
        <p:spPr>
          <a:xfrm>
            <a:off x="4484463" y="1267730"/>
            <a:ext cx="32230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Precisamos </a:t>
            </a:r>
            <a:r>
              <a:rPr lang="pt-BR" dirty="0"/>
              <a:t>repensar a estratégia da concessão de crédito, assim reduzindo as possíveis perdas geradas por inadimplentes.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7FDCC5A-7BAB-7E2C-A13B-B9FA34469E0C}"/>
              </a:ext>
            </a:extLst>
          </p:cNvPr>
          <p:cNvSpPr txBox="1"/>
          <p:nvPr/>
        </p:nvSpPr>
        <p:spPr>
          <a:xfrm>
            <a:off x="8403622" y="1267730"/>
            <a:ext cx="32230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Então é criado um projeto de análise de dados para reduzir os custos e definir qual será a melhor estratégia de crédito para o banco </a:t>
            </a:r>
            <a:r>
              <a:rPr lang="pt-BR" dirty="0" err="1"/>
              <a:t>Gringotes</a:t>
            </a:r>
            <a:r>
              <a:rPr lang="pt-BR" dirty="0"/>
              <a:t>.</a:t>
            </a:r>
          </a:p>
        </p:txBody>
      </p:sp>
      <p:pic>
        <p:nvPicPr>
          <p:cNvPr id="12" name="Picture 2" descr="Alvo - ícones de marketing grátis">
            <a:extLst>
              <a:ext uri="{FF2B5EF4-FFF2-40B4-BE49-F238E27FC236}">
                <a16:creationId xmlns:a16="http://schemas.microsoft.com/office/drawing/2014/main" id="{2323971F-DB33-DF6A-B20D-80F76002B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0450" y="3424425"/>
            <a:ext cx="1911096" cy="1911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taú Unibanco – Wikipédia, a enciclopédia livre">
            <a:extLst>
              <a:ext uri="{FF2B5EF4-FFF2-40B4-BE49-F238E27FC236}">
                <a16:creationId xmlns:a16="http://schemas.microsoft.com/office/drawing/2014/main" id="{7D975807-2949-D6E4-5890-56F97DC54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94721D4-2C2F-A402-6A56-17B7C8F19F1E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23565195-E57E-348C-5F26-86600F3A2E9B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6958234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131D711D-AB12-588A-EF75-14F79AADDD5E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32E9B66F-2E20-2520-1333-711F5F921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7D24A444-05EA-446F-AD8F-9CC7F205BB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4252653"/>
              </p:ext>
            </p:extLst>
          </p:nvPr>
        </p:nvGraphicFramePr>
        <p:xfrm>
          <a:off x="2038350" y="1496723"/>
          <a:ext cx="8115300" cy="301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097BEA47-6ADF-280D-6F6A-774B6320BE63}"/>
              </a:ext>
            </a:extLst>
          </p:cNvPr>
          <p:cNvSpPr txBox="1"/>
          <p:nvPr/>
        </p:nvSpPr>
        <p:spPr>
          <a:xfrm>
            <a:off x="2038350" y="512064"/>
            <a:ext cx="8115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Linha do tempo da % de Inadimplência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24AA50C-B078-8A80-E357-E2137433466C}"/>
              </a:ext>
            </a:extLst>
          </p:cNvPr>
          <p:cNvSpPr txBox="1"/>
          <p:nvPr/>
        </p:nvSpPr>
        <p:spPr>
          <a:xfrm>
            <a:off x="2653284" y="4690872"/>
            <a:ext cx="6885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A linha laranja representa os bruxos marcados como inadimplentes, conforme os anos foram passando é perceptível que a porcentagem de bruxos inadimplentes aumenta.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63A902D0-8C8F-753C-86F0-61AB3A753D08}"/>
              </a:ext>
            </a:extLst>
          </p:cNvPr>
          <p:cNvCxnSpPr>
            <a:cxnSpLocks/>
          </p:cNvCxnSpPr>
          <p:nvPr/>
        </p:nvCxnSpPr>
        <p:spPr>
          <a:xfrm>
            <a:off x="1664208" y="1158395"/>
            <a:ext cx="8686800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3425B78C-F1A8-F41D-77BB-376EDE637925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59AF020-1CD7-C5EA-FF21-983B7FE94495}"/>
              </a:ext>
            </a:extLst>
          </p:cNvPr>
          <p:cNvSpPr/>
          <p:nvPr/>
        </p:nvSpPr>
        <p:spPr>
          <a:xfrm>
            <a:off x="9958521" y="2975928"/>
            <a:ext cx="1097407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Inadimplente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8B60313-EB54-9E7B-D1BB-20E60FCAF5FC}"/>
              </a:ext>
            </a:extLst>
          </p:cNvPr>
          <p:cNvSpPr/>
          <p:nvPr/>
        </p:nvSpPr>
        <p:spPr>
          <a:xfrm>
            <a:off x="9958521" y="2681534"/>
            <a:ext cx="97225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Adimplente</a:t>
            </a:r>
          </a:p>
        </p:txBody>
      </p:sp>
    </p:spTree>
    <p:extLst>
      <p:ext uri="{BB962C8B-B14F-4D97-AF65-F5344CB8AC3E}">
        <p14:creationId xmlns:p14="http://schemas.microsoft.com/office/powerpoint/2010/main" val="249703084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E0556-790A-84C3-03ED-9A7860304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C3F22519-AA80-FC25-73F0-7401E8EBE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5E90AF6B-9062-8E5B-B00F-74FDA7CCC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695"/>
          <a:stretch>
            <a:fillRect/>
          </a:stretch>
        </p:blipFill>
        <p:spPr>
          <a:xfrm>
            <a:off x="700882" y="243765"/>
            <a:ext cx="6948000" cy="2875854"/>
          </a:xfrm>
          <a:prstGeom prst="rect">
            <a:avLst/>
          </a:prstGeom>
        </p:spPr>
      </p:pic>
      <p:pic>
        <p:nvPicPr>
          <p:cNvPr id="8" name="Imagem 7" descr="Interface gráfica do usuário, Aplicativo, Teams&#10;&#10;O conteúdo gerado por IA pode estar incorreto.">
            <a:extLst>
              <a:ext uri="{FF2B5EF4-FFF2-40B4-BE49-F238E27FC236}">
                <a16:creationId xmlns:a16="http://schemas.microsoft.com/office/drawing/2014/main" id="{1147EB4F-D38B-420C-EFAB-796B87F569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712"/>
          <a:stretch>
            <a:fillRect/>
          </a:stretch>
        </p:blipFill>
        <p:spPr>
          <a:xfrm>
            <a:off x="702468" y="3329455"/>
            <a:ext cx="6948000" cy="287651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260AD9E-FAB7-D0C9-09DA-F1B1D3E6FAAE}"/>
              </a:ext>
            </a:extLst>
          </p:cNvPr>
          <p:cNvSpPr txBox="1"/>
          <p:nvPr/>
        </p:nvSpPr>
        <p:spPr>
          <a:xfrm>
            <a:off x="7977076" y="1460213"/>
            <a:ext cx="264474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Visão Histórica</a:t>
            </a:r>
          </a:p>
          <a:p>
            <a:endParaRPr lang="pt-BR" dirty="0"/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D4A509AC-78FF-B7F7-A91C-62D248C08D08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BA8FADC-F165-CB8D-1479-FFF497B2145E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F8DEE1A-2308-A6E3-F9EE-3E9FCB3175D0}"/>
              </a:ext>
            </a:extLst>
          </p:cNvPr>
          <p:cNvSpPr txBox="1"/>
          <p:nvPr/>
        </p:nvSpPr>
        <p:spPr>
          <a:xfrm>
            <a:off x="7599384" y="4597568"/>
            <a:ext cx="421088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Ano mais recente (2000)</a:t>
            </a:r>
          </a:p>
          <a:p>
            <a:endParaRPr lang="pt-BR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7B284493-0DE5-77FA-99C8-DCAB6F1B8AD2}"/>
              </a:ext>
            </a:extLst>
          </p:cNvPr>
          <p:cNvCxnSpPr>
            <a:cxnSpLocks/>
          </p:cNvCxnSpPr>
          <p:nvPr/>
        </p:nvCxnSpPr>
        <p:spPr>
          <a:xfrm>
            <a:off x="7909560" y="1944779"/>
            <a:ext cx="2779776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F52ACD5-CB3A-916C-46BA-29F157608D95}"/>
              </a:ext>
            </a:extLst>
          </p:cNvPr>
          <p:cNvCxnSpPr>
            <a:cxnSpLocks/>
          </p:cNvCxnSpPr>
          <p:nvPr/>
        </p:nvCxnSpPr>
        <p:spPr>
          <a:xfrm>
            <a:off x="7648882" y="5114699"/>
            <a:ext cx="4110302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 14">
            <a:extLst>
              <a:ext uri="{FF2B5EF4-FFF2-40B4-BE49-F238E27FC236}">
                <a16:creationId xmlns:a16="http://schemas.microsoft.com/office/drawing/2014/main" id="{66FCB166-DF92-7E83-C261-967CD15923DA}"/>
              </a:ext>
            </a:extLst>
          </p:cNvPr>
          <p:cNvSpPr/>
          <p:nvPr/>
        </p:nvSpPr>
        <p:spPr>
          <a:xfrm>
            <a:off x="2823890" y="2975370"/>
            <a:ext cx="152868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Adimplente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057BA26-F826-916E-74A3-269F3ABA2A07}"/>
              </a:ext>
            </a:extLst>
          </p:cNvPr>
          <p:cNvSpPr/>
          <p:nvPr/>
        </p:nvSpPr>
        <p:spPr>
          <a:xfrm>
            <a:off x="4721502" y="2978522"/>
            <a:ext cx="152868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Inadimplente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1600F7E-AC71-117C-9F9E-C593D31664FE}"/>
              </a:ext>
            </a:extLst>
          </p:cNvPr>
          <p:cNvSpPr/>
          <p:nvPr/>
        </p:nvSpPr>
        <p:spPr>
          <a:xfrm>
            <a:off x="3044641" y="3112829"/>
            <a:ext cx="91440" cy="91440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B00B7DD-C1B5-5533-8CDA-E57919B8A43B}"/>
              </a:ext>
            </a:extLst>
          </p:cNvPr>
          <p:cNvSpPr/>
          <p:nvPr/>
        </p:nvSpPr>
        <p:spPr>
          <a:xfrm>
            <a:off x="4861385" y="3119619"/>
            <a:ext cx="91440" cy="91440"/>
          </a:xfrm>
          <a:prstGeom prst="rect">
            <a:avLst/>
          </a:prstGeom>
          <a:solidFill>
            <a:srgbClr val="F0F9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9495A61-0EDF-FC83-F404-D05D3EA24C9E}"/>
              </a:ext>
            </a:extLst>
          </p:cNvPr>
          <p:cNvSpPr/>
          <p:nvPr/>
        </p:nvSpPr>
        <p:spPr>
          <a:xfrm>
            <a:off x="2260017" y="2694289"/>
            <a:ext cx="3900637" cy="251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8FC13F6-7A64-5230-D153-BBB72BBDFB51}"/>
              </a:ext>
            </a:extLst>
          </p:cNvPr>
          <p:cNvSpPr/>
          <p:nvPr/>
        </p:nvSpPr>
        <p:spPr>
          <a:xfrm>
            <a:off x="2349553" y="5775434"/>
            <a:ext cx="3900637" cy="251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66234D3-CE98-8AC5-9FC8-7033BD2B9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456" y="3497512"/>
            <a:ext cx="2760455" cy="16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38728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97C3F-D332-11D4-5F15-A040F8316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5F56C5CF-79E5-2C6E-7479-95AB2255A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598" y="3742789"/>
            <a:ext cx="9474807" cy="2914044"/>
          </a:xfrm>
          <a:prstGeom prst="rect">
            <a:avLst/>
          </a:prstGeom>
        </p:spPr>
      </p:pic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18BC9B41-7731-65B9-0328-85FA650B9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Linha do tempo&#10;&#10;O conteúdo gerado por IA pode estar incorreto.">
            <a:extLst>
              <a:ext uri="{FF2B5EF4-FFF2-40B4-BE49-F238E27FC236}">
                <a16:creationId xmlns:a16="http://schemas.microsoft.com/office/drawing/2014/main" id="{757B9481-39D5-B8B5-27D0-BA4522D0CC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595" y="1020769"/>
            <a:ext cx="9474803" cy="2914044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13AE9CE1-761D-8F6C-9ACD-CDEB462A3612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5A344768-BDD6-999A-BC77-945CDC459E2F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3CABEBB-490B-5B50-06C2-7687D6E24329}"/>
              </a:ext>
            </a:extLst>
          </p:cNvPr>
          <p:cNvSpPr txBox="1"/>
          <p:nvPr/>
        </p:nvSpPr>
        <p:spPr>
          <a:xfrm>
            <a:off x="2072829" y="386357"/>
            <a:ext cx="8046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Boxplot</a:t>
            </a:r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Distribuição de Renda x Poder Aquisitivo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309EE331-0BC5-D554-1371-46405F67B4ED}"/>
              </a:ext>
            </a:extLst>
          </p:cNvPr>
          <p:cNvCxnSpPr>
            <a:cxnSpLocks/>
          </p:cNvCxnSpPr>
          <p:nvPr/>
        </p:nvCxnSpPr>
        <p:spPr>
          <a:xfrm>
            <a:off x="1655064" y="937009"/>
            <a:ext cx="8686800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39469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F0431-0FD0-ACEF-5245-8DD85B935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0BC6E750-73D3-D589-8C3C-007860CA6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DE24E761-2EA2-EA86-3C16-28A80C6D59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8697086"/>
              </p:ext>
            </p:extLst>
          </p:nvPr>
        </p:nvGraphicFramePr>
        <p:xfrm>
          <a:off x="588000" y="1665763"/>
          <a:ext cx="5508000" cy="3526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11B12736-9ACF-48E5-B194-0EF9AF108F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7033401"/>
              </p:ext>
            </p:extLst>
          </p:nvPr>
        </p:nvGraphicFramePr>
        <p:xfrm>
          <a:off x="6096000" y="1665763"/>
          <a:ext cx="5508000" cy="35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0CA6E82D-1F83-7660-5876-E9900EAC3F53}"/>
              </a:ext>
            </a:extLst>
          </p:cNvPr>
          <p:cNvSpPr txBox="1"/>
          <p:nvPr/>
        </p:nvSpPr>
        <p:spPr>
          <a:xfrm>
            <a:off x="2466908" y="5192236"/>
            <a:ext cx="1750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Visão Histórica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61F49A3-7BC4-0C18-65FE-A8FE0E8529C8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C834EAD6-7C3F-335F-203F-A76A1446B832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DF509BB-E8A0-A7A7-0254-C94FA0407C80}"/>
              </a:ext>
            </a:extLst>
          </p:cNvPr>
          <p:cNvSpPr txBox="1"/>
          <p:nvPr/>
        </p:nvSpPr>
        <p:spPr>
          <a:xfrm>
            <a:off x="7471126" y="5192236"/>
            <a:ext cx="2757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Ano Mais Recente (2000)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FD4EA42-4377-9BFE-BEBB-D9F8BC437AD7}"/>
              </a:ext>
            </a:extLst>
          </p:cNvPr>
          <p:cNvSpPr txBox="1"/>
          <p:nvPr/>
        </p:nvSpPr>
        <p:spPr>
          <a:xfrm>
            <a:off x="802000" y="533355"/>
            <a:ext cx="1058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Representatividade de inadimplentes por Risco do Bruxo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18D9FE4-38EE-B2F9-3FF3-40CD615DDFE1}"/>
              </a:ext>
            </a:extLst>
          </p:cNvPr>
          <p:cNvCxnSpPr>
            <a:cxnSpLocks/>
          </p:cNvCxnSpPr>
          <p:nvPr/>
        </p:nvCxnSpPr>
        <p:spPr>
          <a:xfrm>
            <a:off x="702468" y="1113030"/>
            <a:ext cx="10687532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8ECCED82-DFE1-244B-07EC-5BE4A668F95F}"/>
              </a:ext>
            </a:extLst>
          </p:cNvPr>
          <p:cNvSpPr/>
          <p:nvPr/>
        </p:nvSpPr>
        <p:spPr>
          <a:xfrm>
            <a:off x="6137377" y="1243101"/>
            <a:ext cx="152868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Adimplente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020FB0A-C860-291B-0137-1DA397E1AD81}"/>
              </a:ext>
            </a:extLst>
          </p:cNvPr>
          <p:cNvSpPr/>
          <p:nvPr/>
        </p:nvSpPr>
        <p:spPr>
          <a:xfrm>
            <a:off x="4567312" y="1239463"/>
            <a:ext cx="152868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Inadimplente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0680C0D-D03A-C766-A461-FE41E4D70298}"/>
              </a:ext>
            </a:extLst>
          </p:cNvPr>
          <p:cNvSpPr/>
          <p:nvPr/>
        </p:nvSpPr>
        <p:spPr>
          <a:xfrm>
            <a:off x="6358128" y="1399032"/>
            <a:ext cx="91440" cy="91440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E1FB6A7-6F22-4E8D-09A0-62D56616BE71}"/>
              </a:ext>
            </a:extLst>
          </p:cNvPr>
          <p:cNvSpPr/>
          <p:nvPr/>
        </p:nvSpPr>
        <p:spPr>
          <a:xfrm>
            <a:off x="4707195" y="1380560"/>
            <a:ext cx="91440" cy="91440"/>
          </a:xfrm>
          <a:prstGeom prst="rect">
            <a:avLst/>
          </a:prstGeom>
          <a:solidFill>
            <a:srgbClr val="FF62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BE85F4B-BAF5-A4DE-7A2E-16C0E5161D8D}"/>
              </a:ext>
            </a:extLst>
          </p:cNvPr>
          <p:cNvSpPr/>
          <p:nvPr/>
        </p:nvSpPr>
        <p:spPr>
          <a:xfrm>
            <a:off x="11299200" y="3188300"/>
            <a:ext cx="304800" cy="59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A8F3363-C069-C18B-E002-C2694AE6DE1F}"/>
              </a:ext>
            </a:extLst>
          </p:cNvPr>
          <p:cNvSpPr/>
          <p:nvPr/>
        </p:nvSpPr>
        <p:spPr>
          <a:xfrm>
            <a:off x="5723761" y="3071865"/>
            <a:ext cx="304800" cy="59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877010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8348E-A450-FAAA-09FC-AEA01DD07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12B66A56-B4CA-1129-43BA-3DC80E106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0BA50954-264C-ECCB-949B-A3275C49A2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9727248"/>
              </p:ext>
            </p:extLst>
          </p:nvPr>
        </p:nvGraphicFramePr>
        <p:xfrm>
          <a:off x="588000" y="1665000"/>
          <a:ext cx="5508000" cy="35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FF635DC3-BF6F-C862-AA56-3826D327EE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5187664"/>
              </p:ext>
            </p:extLst>
          </p:nvPr>
        </p:nvGraphicFramePr>
        <p:xfrm>
          <a:off x="6096000" y="1665000"/>
          <a:ext cx="5508000" cy="35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14063E96-4B71-9C99-6BDF-96DC609A4309}"/>
              </a:ext>
            </a:extLst>
          </p:cNvPr>
          <p:cNvSpPr txBox="1"/>
          <p:nvPr/>
        </p:nvSpPr>
        <p:spPr>
          <a:xfrm>
            <a:off x="351234" y="513829"/>
            <a:ext cx="114895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Representatividade de inadimplentes por Histórico de Crédito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091DEB22-63E6-AED0-7A5D-88AC915CDA89}"/>
              </a:ext>
            </a:extLst>
          </p:cNvPr>
          <p:cNvCxnSpPr>
            <a:cxnSpLocks/>
          </p:cNvCxnSpPr>
          <p:nvPr/>
        </p:nvCxnSpPr>
        <p:spPr>
          <a:xfrm>
            <a:off x="351234" y="1098604"/>
            <a:ext cx="11489532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78BDC404-A346-D080-0185-C22AA800C90E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3B11E66A-0264-C4E0-96A4-BB10445241AB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9864F96-A133-69BF-8AC3-916E451012C5}"/>
              </a:ext>
            </a:extLst>
          </p:cNvPr>
          <p:cNvSpPr txBox="1"/>
          <p:nvPr/>
        </p:nvSpPr>
        <p:spPr>
          <a:xfrm>
            <a:off x="2466908" y="5192236"/>
            <a:ext cx="1750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Visão Histórica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9A6A249-3C13-6FB6-9EE7-59BC9844CA8C}"/>
              </a:ext>
            </a:extLst>
          </p:cNvPr>
          <p:cNvSpPr txBox="1"/>
          <p:nvPr/>
        </p:nvSpPr>
        <p:spPr>
          <a:xfrm>
            <a:off x="7471126" y="5192236"/>
            <a:ext cx="2757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Ano Mais Recente (2000)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3618BE4-F0A7-61F1-BAB4-F10D894775C9}"/>
              </a:ext>
            </a:extLst>
          </p:cNvPr>
          <p:cNvSpPr/>
          <p:nvPr/>
        </p:nvSpPr>
        <p:spPr>
          <a:xfrm>
            <a:off x="6137377" y="1243101"/>
            <a:ext cx="152868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Adimplente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D008F89-C00A-1541-4B80-B612711F3FA5}"/>
              </a:ext>
            </a:extLst>
          </p:cNvPr>
          <p:cNvSpPr/>
          <p:nvPr/>
        </p:nvSpPr>
        <p:spPr>
          <a:xfrm>
            <a:off x="4567312" y="1239463"/>
            <a:ext cx="152868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Inadimplente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244E82A-1F9A-A2D2-44E2-1297D5C4DB4E}"/>
              </a:ext>
            </a:extLst>
          </p:cNvPr>
          <p:cNvSpPr/>
          <p:nvPr/>
        </p:nvSpPr>
        <p:spPr>
          <a:xfrm>
            <a:off x="6358128" y="1399032"/>
            <a:ext cx="91440" cy="91440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22C4480-FC89-7559-38DD-D4DCD6550A30}"/>
              </a:ext>
            </a:extLst>
          </p:cNvPr>
          <p:cNvSpPr/>
          <p:nvPr/>
        </p:nvSpPr>
        <p:spPr>
          <a:xfrm>
            <a:off x="4707195" y="1380560"/>
            <a:ext cx="91440" cy="91440"/>
          </a:xfrm>
          <a:prstGeom prst="rect">
            <a:avLst/>
          </a:prstGeom>
          <a:solidFill>
            <a:srgbClr val="FF62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0644FF5-6BFB-87E0-4055-8C8F8CDF2855}"/>
              </a:ext>
            </a:extLst>
          </p:cNvPr>
          <p:cNvSpPr/>
          <p:nvPr/>
        </p:nvSpPr>
        <p:spPr>
          <a:xfrm>
            <a:off x="11299200" y="3133436"/>
            <a:ext cx="304800" cy="59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C8AC0B8-5333-CE13-882F-DBF6A04FF6C5}"/>
              </a:ext>
            </a:extLst>
          </p:cNvPr>
          <p:cNvSpPr/>
          <p:nvPr/>
        </p:nvSpPr>
        <p:spPr>
          <a:xfrm>
            <a:off x="5766816" y="3133435"/>
            <a:ext cx="304800" cy="59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129735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B9059-AFAC-4304-C8FC-2A90B311C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4805B755-4798-E422-7FFB-EFDDE25E5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B8315179-9674-7960-FC68-1C0E00A66F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8873645"/>
              </p:ext>
            </p:extLst>
          </p:nvPr>
        </p:nvGraphicFramePr>
        <p:xfrm>
          <a:off x="588000" y="1665000"/>
          <a:ext cx="5508000" cy="35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542231C9-D242-B5CD-72E4-D2C13B0DDB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9716686"/>
              </p:ext>
            </p:extLst>
          </p:nvPr>
        </p:nvGraphicFramePr>
        <p:xfrm>
          <a:off x="6096000" y="1665000"/>
          <a:ext cx="5508000" cy="35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2E1CB796-ABBD-3572-CA07-A8BA5D81E501}"/>
              </a:ext>
            </a:extLst>
          </p:cNvPr>
          <p:cNvSpPr txBox="1"/>
          <p:nvPr/>
        </p:nvSpPr>
        <p:spPr>
          <a:xfrm>
            <a:off x="785217" y="513829"/>
            <a:ext cx="10621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Representatividade de inadimplentes por Local de Venda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F47BD83-6164-DAB3-66F9-B150EC7B1DCC}"/>
              </a:ext>
            </a:extLst>
          </p:cNvPr>
          <p:cNvCxnSpPr>
            <a:cxnSpLocks/>
          </p:cNvCxnSpPr>
          <p:nvPr/>
        </p:nvCxnSpPr>
        <p:spPr>
          <a:xfrm>
            <a:off x="702468" y="1098604"/>
            <a:ext cx="10704315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B4F3A492-FE40-C3C3-E837-AE7BDEE239D7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1F780D78-D110-3BB6-17F6-1524C4F760C9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A073938-A016-7EF4-CCD0-8186A145DF3E}"/>
              </a:ext>
            </a:extLst>
          </p:cNvPr>
          <p:cNvSpPr txBox="1"/>
          <p:nvPr/>
        </p:nvSpPr>
        <p:spPr>
          <a:xfrm>
            <a:off x="2466908" y="5192236"/>
            <a:ext cx="1750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Visão Histórica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AE254BB-F864-589A-8889-0F59EE36130A}"/>
              </a:ext>
            </a:extLst>
          </p:cNvPr>
          <p:cNvSpPr txBox="1"/>
          <p:nvPr/>
        </p:nvSpPr>
        <p:spPr>
          <a:xfrm>
            <a:off x="7471126" y="5192236"/>
            <a:ext cx="2757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Ano Mais Recente (2000)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9A067E9-209A-E9DA-074B-D5D587A1E613}"/>
              </a:ext>
            </a:extLst>
          </p:cNvPr>
          <p:cNvSpPr/>
          <p:nvPr/>
        </p:nvSpPr>
        <p:spPr>
          <a:xfrm>
            <a:off x="6137377" y="1243101"/>
            <a:ext cx="152868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Adimplente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BB98F6D-8ACB-D504-F652-F0127F4F06C2}"/>
              </a:ext>
            </a:extLst>
          </p:cNvPr>
          <p:cNvSpPr/>
          <p:nvPr/>
        </p:nvSpPr>
        <p:spPr>
          <a:xfrm>
            <a:off x="4567312" y="1239463"/>
            <a:ext cx="152868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Inadimplente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40C35DB-9B26-8969-8B7D-D9DFCAD6C4BC}"/>
              </a:ext>
            </a:extLst>
          </p:cNvPr>
          <p:cNvSpPr/>
          <p:nvPr/>
        </p:nvSpPr>
        <p:spPr>
          <a:xfrm>
            <a:off x="6358128" y="1399032"/>
            <a:ext cx="91440" cy="91440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24888C1-D50F-79BC-2653-6CBE3F70CA91}"/>
              </a:ext>
            </a:extLst>
          </p:cNvPr>
          <p:cNvSpPr/>
          <p:nvPr/>
        </p:nvSpPr>
        <p:spPr>
          <a:xfrm>
            <a:off x="4707195" y="1389796"/>
            <a:ext cx="91440" cy="91440"/>
          </a:xfrm>
          <a:prstGeom prst="rect">
            <a:avLst/>
          </a:prstGeom>
          <a:solidFill>
            <a:srgbClr val="FF62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408E6FD-26D0-E90E-7995-1E614383FD3B}"/>
              </a:ext>
            </a:extLst>
          </p:cNvPr>
          <p:cNvSpPr/>
          <p:nvPr/>
        </p:nvSpPr>
        <p:spPr>
          <a:xfrm>
            <a:off x="5698836" y="3103418"/>
            <a:ext cx="304800" cy="59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DA8AA2A-0F57-CEF7-3882-79A46B5652C0}"/>
              </a:ext>
            </a:extLst>
          </p:cNvPr>
          <p:cNvSpPr/>
          <p:nvPr/>
        </p:nvSpPr>
        <p:spPr>
          <a:xfrm>
            <a:off x="11299200" y="3188300"/>
            <a:ext cx="304800" cy="59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9368667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BDE65F4B-C8B8-330E-D963-5E9535B99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BC291FE-49CE-AC6E-8FFA-B3773133B2A4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EC868020-5B96-B455-E83E-F6AC2CB28FCC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74" name="Picture 2">
            <a:hlinkClick r:id="rId3"/>
            <a:extLst>
              <a:ext uri="{FF2B5EF4-FFF2-40B4-BE49-F238E27FC236}">
                <a16:creationId xmlns:a16="http://schemas.microsoft.com/office/drawing/2014/main" id="{6B789BBA-2306-B72B-F616-567758811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111" y="1589033"/>
            <a:ext cx="5258293" cy="3691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A809F75-E8C0-2AB7-91C3-D68DAE201375}"/>
              </a:ext>
            </a:extLst>
          </p:cNvPr>
          <p:cNvSpPr txBox="1"/>
          <p:nvPr/>
        </p:nvSpPr>
        <p:spPr>
          <a:xfrm>
            <a:off x="702468" y="3111863"/>
            <a:ext cx="1341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Resposta verdadeira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6797C11-551A-6C2E-A5E3-6B1DC8CCE412}"/>
              </a:ext>
            </a:extLst>
          </p:cNvPr>
          <p:cNvSpPr txBox="1"/>
          <p:nvPr/>
        </p:nvSpPr>
        <p:spPr>
          <a:xfrm>
            <a:off x="7302404" y="2132809"/>
            <a:ext cx="3750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= 94,41% de acerto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0770976-0A0F-6B1F-6271-0CA55408098E}"/>
              </a:ext>
            </a:extLst>
          </p:cNvPr>
          <p:cNvSpPr txBox="1"/>
          <p:nvPr/>
        </p:nvSpPr>
        <p:spPr>
          <a:xfrm>
            <a:off x="7302404" y="3012129"/>
            <a:ext cx="37506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Nesse caso o modelo de Random Forest teria deixado passar somente 4,83% dos clientes inadimplentes.</a:t>
            </a:r>
          </a:p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Em comparação com a porcentagem atual de 6,94% houve uma queda de </a:t>
            </a:r>
            <a:r>
              <a:rPr lang="pt-BR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-2,11p.p.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3F4D400-26A3-D195-1A8B-AD065C6F0FD7}"/>
              </a:ext>
            </a:extLst>
          </p:cNvPr>
          <p:cNvSpPr txBox="1"/>
          <p:nvPr/>
        </p:nvSpPr>
        <p:spPr>
          <a:xfrm>
            <a:off x="1681081" y="502129"/>
            <a:ext cx="8829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Machine Learning – Predição de Inadimplentes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04AA6B27-F48E-2EA4-20D1-126880851E7A}"/>
              </a:ext>
            </a:extLst>
          </p:cNvPr>
          <p:cNvCxnSpPr>
            <a:cxnSpLocks/>
          </p:cNvCxnSpPr>
          <p:nvPr/>
        </p:nvCxnSpPr>
        <p:spPr>
          <a:xfrm>
            <a:off x="1681081" y="1070901"/>
            <a:ext cx="8872735" cy="16003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92349EDB-FE60-8F85-B13A-145EC1C4FD92}"/>
              </a:ext>
            </a:extLst>
          </p:cNvPr>
          <p:cNvSpPr/>
          <p:nvPr/>
        </p:nvSpPr>
        <p:spPr>
          <a:xfrm>
            <a:off x="2928631" y="5084301"/>
            <a:ext cx="152868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Adimplente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17D60A-53C1-452F-F627-0E0C1EB21413}"/>
              </a:ext>
            </a:extLst>
          </p:cNvPr>
          <p:cNvSpPr txBox="1"/>
          <p:nvPr/>
        </p:nvSpPr>
        <p:spPr>
          <a:xfrm>
            <a:off x="3790761" y="5413823"/>
            <a:ext cx="1764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Resposta da 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64FA02B-EBEB-FF0D-B63A-E801200C5BEB}"/>
              </a:ext>
            </a:extLst>
          </p:cNvPr>
          <p:cNvSpPr/>
          <p:nvPr/>
        </p:nvSpPr>
        <p:spPr>
          <a:xfrm>
            <a:off x="5274449" y="5084301"/>
            <a:ext cx="152868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Inadimplente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C1C9FA8-953D-53DA-E087-599FC94CDF09}"/>
              </a:ext>
            </a:extLst>
          </p:cNvPr>
          <p:cNvSpPr/>
          <p:nvPr/>
        </p:nvSpPr>
        <p:spPr>
          <a:xfrm rot="16200000">
            <a:off x="1279767" y="4016814"/>
            <a:ext cx="152868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Inadimplente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FF22A41-9C2A-69F2-BD1B-E1687D0F7D5E}"/>
              </a:ext>
            </a:extLst>
          </p:cNvPr>
          <p:cNvSpPr/>
          <p:nvPr/>
        </p:nvSpPr>
        <p:spPr>
          <a:xfrm rot="16200000">
            <a:off x="1279767" y="2348854"/>
            <a:ext cx="152868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Adimplente</a:t>
            </a:r>
          </a:p>
        </p:txBody>
      </p:sp>
    </p:spTree>
    <p:extLst>
      <p:ext uri="{BB962C8B-B14F-4D97-AF65-F5344CB8AC3E}">
        <p14:creationId xmlns:p14="http://schemas.microsoft.com/office/powerpoint/2010/main" val="79290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Método PDCA: por que ele é indispensável nos seus projetos?">
            <a:extLst>
              <a:ext uri="{FF2B5EF4-FFF2-40B4-BE49-F238E27FC236}">
                <a16:creationId xmlns:a16="http://schemas.microsoft.com/office/drawing/2014/main" id="{2A2FA617-01A8-62D5-327F-FB582C228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904" y="2905967"/>
            <a:ext cx="5111496" cy="2875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7B19F172-19B0-BA91-6DA3-22C975C6B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E2EA7213-CCC0-966C-BACE-48429071B9B5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144A5867-3F0F-E36B-CE92-A50AC49D0835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1DFE6DB-F4B9-45E6-86D2-E578EDF34B34}"/>
              </a:ext>
            </a:extLst>
          </p:cNvPr>
          <p:cNvSpPr txBox="1"/>
          <p:nvPr/>
        </p:nvSpPr>
        <p:spPr>
          <a:xfrm>
            <a:off x="2101304" y="502129"/>
            <a:ext cx="7989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Conclusão e Recomendações Estratégicas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6C6985D-67BA-9E4A-FD10-F39E9EC2F79A}"/>
              </a:ext>
            </a:extLst>
          </p:cNvPr>
          <p:cNvCxnSpPr>
            <a:cxnSpLocks/>
          </p:cNvCxnSpPr>
          <p:nvPr/>
        </p:nvCxnSpPr>
        <p:spPr>
          <a:xfrm>
            <a:off x="2032000" y="1070901"/>
            <a:ext cx="8058696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8CA2DE8-1D9B-1EAF-8DF0-0D3A166FB208}"/>
              </a:ext>
            </a:extLst>
          </p:cNvPr>
          <p:cNvSpPr txBox="1"/>
          <p:nvPr/>
        </p:nvSpPr>
        <p:spPr>
          <a:xfrm>
            <a:off x="1932693" y="1589033"/>
            <a:ext cx="412865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Segmentação de Risco e Restrição de Crédito;</a:t>
            </a:r>
          </a:p>
          <a:p>
            <a:endParaRPr lang="pt-BR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Ofertas Diferenciadas por Local e Produto.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5A98FC6-7033-4032-821C-8AC8BC0B4F97}"/>
              </a:ext>
            </a:extLst>
          </p:cNvPr>
          <p:cNvSpPr txBox="1"/>
          <p:nvPr/>
        </p:nvSpPr>
        <p:spPr>
          <a:xfrm>
            <a:off x="6130652" y="2050698"/>
            <a:ext cx="4128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Potencial do uso de Machine Learning;</a:t>
            </a:r>
          </a:p>
        </p:txBody>
      </p:sp>
    </p:spTree>
    <p:extLst>
      <p:ext uri="{BB962C8B-B14F-4D97-AF65-F5344CB8AC3E}">
        <p14:creationId xmlns:p14="http://schemas.microsoft.com/office/powerpoint/2010/main" val="2627148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834FE-192E-939B-C95E-FFD1A67B2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813D49B-541E-E76A-53FF-D574DED8BF6E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FE5828C3-9538-D830-2AF1-3040A3F4C0A8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 descr="Itaú Unibanco – Wikipédia, a enciclopédia livre">
            <a:extLst>
              <a:ext uri="{FF2B5EF4-FFF2-40B4-BE49-F238E27FC236}">
                <a16:creationId xmlns:a16="http://schemas.microsoft.com/office/drawing/2014/main" id="{9B425353-1667-E58C-E81D-28721C2AB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369" y="421879"/>
            <a:ext cx="5388864" cy="5388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25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542</Words>
  <Application>Microsoft Office PowerPoint</Application>
  <PresentationFormat>Widescreen</PresentationFormat>
  <Paragraphs>84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Roboto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Antonio Silva da Mata</dc:creator>
  <cp:lastModifiedBy>Marco Antonio Silva da Mata</cp:lastModifiedBy>
  <cp:revision>2</cp:revision>
  <dcterms:created xsi:type="dcterms:W3CDTF">2025-10-07T08:15:16Z</dcterms:created>
  <dcterms:modified xsi:type="dcterms:W3CDTF">2025-10-07T10:27:08Z</dcterms:modified>
</cp:coreProperties>
</file>